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0927" y="2615260"/>
            <a:ext cx="7119620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Impact" panose="020B0806030902050204"/>
                <a:cs typeface="Impact" panose="020B080603090205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Impact" panose="020B0806030902050204"/>
                <a:cs typeface="Impact" panose="020B080603090205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Impact" panose="020B0806030902050204"/>
                <a:cs typeface="Impact" panose="020B080603090205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Impact" panose="020B0806030902050204"/>
                <a:cs typeface="Impact" panose="020B080603090205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40839" y="2468118"/>
            <a:ext cx="8910320" cy="10985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Impact" panose="020B0806030902050204"/>
                <a:cs typeface="Impact" panose="020B080603090205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5" Type="http://schemas.openxmlformats.org/officeDocument/2006/relationships/slideLayout" Target="../slideLayouts/slideLayout2.xml"/><Relationship Id="rId44" Type="http://schemas.openxmlformats.org/officeDocument/2006/relationships/image" Target="../media/image46.png"/><Relationship Id="rId43" Type="http://schemas.openxmlformats.org/officeDocument/2006/relationships/image" Target="../media/image45.png"/><Relationship Id="rId42" Type="http://schemas.openxmlformats.org/officeDocument/2006/relationships/image" Target="../media/image44.png"/><Relationship Id="rId41" Type="http://schemas.openxmlformats.org/officeDocument/2006/relationships/image" Target="../media/image43.png"/><Relationship Id="rId40" Type="http://schemas.openxmlformats.org/officeDocument/2006/relationships/image" Target="../media/image42.png"/><Relationship Id="rId4" Type="http://schemas.openxmlformats.org/officeDocument/2006/relationships/image" Target="../media/image6.png"/><Relationship Id="rId39" Type="http://schemas.openxmlformats.org/officeDocument/2006/relationships/image" Target="../media/image41.png"/><Relationship Id="rId38" Type="http://schemas.openxmlformats.org/officeDocument/2006/relationships/image" Target="../media/image40.png"/><Relationship Id="rId37" Type="http://schemas.openxmlformats.org/officeDocument/2006/relationships/image" Target="../media/image39.png"/><Relationship Id="rId36" Type="http://schemas.openxmlformats.org/officeDocument/2006/relationships/image" Target="../media/image38.png"/><Relationship Id="rId35" Type="http://schemas.openxmlformats.org/officeDocument/2006/relationships/image" Target="../media/image37.png"/><Relationship Id="rId34" Type="http://schemas.openxmlformats.org/officeDocument/2006/relationships/image" Target="../media/image36.png"/><Relationship Id="rId33" Type="http://schemas.openxmlformats.org/officeDocument/2006/relationships/image" Target="../media/image35.png"/><Relationship Id="rId32" Type="http://schemas.openxmlformats.org/officeDocument/2006/relationships/image" Target="../media/image34.png"/><Relationship Id="rId31" Type="http://schemas.openxmlformats.org/officeDocument/2006/relationships/image" Target="../media/image33.png"/><Relationship Id="rId30" Type="http://schemas.openxmlformats.org/officeDocument/2006/relationships/image" Target="../media/image32.png"/><Relationship Id="rId3" Type="http://schemas.openxmlformats.org/officeDocument/2006/relationships/image" Target="../media/image5.png"/><Relationship Id="rId29" Type="http://schemas.openxmlformats.org/officeDocument/2006/relationships/image" Target="../media/image31.png"/><Relationship Id="rId28" Type="http://schemas.openxmlformats.org/officeDocument/2006/relationships/image" Target="../media/image30.png"/><Relationship Id="rId27" Type="http://schemas.openxmlformats.org/officeDocument/2006/relationships/image" Target="../media/image29.png"/><Relationship Id="rId26" Type="http://schemas.openxmlformats.org/officeDocument/2006/relationships/image" Target="../media/image28.png"/><Relationship Id="rId25" Type="http://schemas.openxmlformats.org/officeDocument/2006/relationships/image" Target="../media/image27.png"/><Relationship Id="rId24" Type="http://schemas.openxmlformats.org/officeDocument/2006/relationships/image" Target="../media/image26.png"/><Relationship Id="rId23" Type="http://schemas.openxmlformats.org/officeDocument/2006/relationships/image" Target="../media/image25.png"/><Relationship Id="rId22" Type="http://schemas.openxmlformats.org/officeDocument/2006/relationships/image" Target="../media/image24.png"/><Relationship Id="rId21" Type="http://schemas.openxmlformats.org/officeDocument/2006/relationships/image" Target="../media/image23.png"/><Relationship Id="rId20" Type="http://schemas.openxmlformats.org/officeDocument/2006/relationships/image" Target="../media/image22.png"/><Relationship Id="rId2" Type="http://schemas.openxmlformats.org/officeDocument/2006/relationships/image" Target="../media/image4.png"/><Relationship Id="rId19" Type="http://schemas.openxmlformats.org/officeDocument/2006/relationships/image" Target="../media/image21.png"/><Relationship Id="rId18" Type="http://schemas.openxmlformats.org/officeDocument/2006/relationships/image" Target="../media/image20.png"/><Relationship Id="rId17" Type="http://schemas.openxmlformats.org/officeDocument/2006/relationships/image" Target="../media/image19.png"/><Relationship Id="rId16" Type="http://schemas.openxmlformats.org/officeDocument/2006/relationships/image" Target="../media/image18.png"/><Relationship Id="rId15" Type="http://schemas.openxmlformats.org/officeDocument/2006/relationships/image" Target="../media/image17.png"/><Relationship Id="rId14" Type="http://schemas.openxmlformats.org/officeDocument/2006/relationships/image" Target="../media/image16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png"/><Relationship Id="rId8" Type="http://schemas.openxmlformats.org/officeDocument/2006/relationships/image" Target="../media/image54.png"/><Relationship Id="rId7" Type="http://schemas.openxmlformats.org/officeDocument/2006/relationships/image" Target="../media/image53.png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3" Type="http://schemas.openxmlformats.org/officeDocument/2006/relationships/slideLayout" Target="../slideLayouts/slideLayout5.xml"/><Relationship Id="rId12" Type="http://schemas.openxmlformats.org/officeDocument/2006/relationships/image" Target="../media/image58.png"/><Relationship Id="rId11" Type="http://schemas.openxmlformats.org/officeDocument/2006/relationships/image" Target="../media/image57.png"/><Relationship Id="rId10" Type="http://schemas.openxmlformats.org/officeDocument/2006/relationships/image" Target="../media/image56.png"/><Relationship Id="rId1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64.png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6.png"/><Relationship Id="rId8" Type="http://schemas.openxmlformats.org/officeDocument/2006/relationships/image" Target="../media/image85.png"/><Relationship Id="rId7" Type="http://schemas.openxmlformats.org/officeDocument/2006/relationships/image" Target="../media/image84.png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9" Type="http://schemas.openxmlformats.org/officeDocument/2006/relationships/slideLayout" Target="../slideLayouts/slideLayout5.xml"/><Relationship Id="rId18" Type="http://schemas.openxmlformats.org/officeDocument/2006/relationships/image" Target="../media/image95.png"/><Relationship Id="rId17" Type="http://schemas.openxmlformats.org/officeDocument/2006/relationships/image" Target="../media/image94.png"/><Relationship Id="rId16" Type="http://schemas.openxmlformats.org/officeDocument/2006/relationships/image" Target="../media/image93.png"/><Relationship Id="rId15" Type="http://schemas.openxmlformats.org/officeDocument/2006/relationships/image" Target="../media/image92.png"/><Relationship Id="rId14" Type="http://schemas.openxmlformats.org/officeDocument/2006/relationships/image" Target="../media/image91.png"/><Relationship Id="rId13" Type="http://schemas.openxmlformats.org/officeDocument/2006/relationships/image" Target="../media/image90.png"/><Relationship Id="rId12" Type="http://schemas.openxmlformats.org/officeDocument/2006/relationships/image" Target="../media/image89.png"/><Relationship Id="rId11" Type="http://schemas.openxmlformats.org/officeDocument/2006/relationships/image" Target="../media/image88.png"/><Relationship Id="rId10" Type="http://schemas.openxmlformats.org/officeDocument/2006/relationships/image" Target="../media/image87.png"/><Relationship Id="rId1" Type="http://schemas.openxmlformats.org/officeDocument/2006/relationships/image" Target="../media/image7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image" Target="../media/image10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png"/><Relationship Id="rId8" Type="http://schemas.openxmlformats.org/officeDocument/2006/relationships/image" Target="../media/image110.png"/><Relationship Id="rId7" Type="http://schemas.openxmlformats.org/officeDocument/2006/relationships/image" Target="../media/image109.png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7" Type="http://schemas.openxmlformats.org/officeDocument/2006/relationships/slideLayout" Target="../slideLayouts/slideLayout5.xml"/><Relationship Id="rId16" Type="http://schemas.openxmlformats.org/officeDocument/2006/relationships/image" Target="../media/image118.png"/><Relationship Id="rId15" Type="http://schemas.openxmlformats.org/officeDocument/2006/relationships/image" Target="../media/image117.png"/><Relationship Id="rId14" Type="http://schemas.openxmlformats.org/officeDocument/2006/relationships/image" Target="../media/image116.png"/><Relationship Id="rId13" Type="http://schemas.openxmlformats.org/officeDocument/2006/relationships/image" Target="../media/image115.png"/><Relationship Id="rId12" Type="http://schemas.openxmlformats.org/officeDocument/2006/relationships/image" Target="../media/image114.png"/><Relationship Id="rId11" Type="http://schemas.openxmlformats.org/officeDocument/2006/relationships/image" Target="../media/image113.png"/><Relationship Id="rId10" Type="http://schemas.openxmlformats.org/officeDocument/2006/relationships/image" Target="../media/image112.png"/><Relationship Id="rId1" Type="http://schemas.openxmlformats.org/officeDocument/2006/relationships/image" Target="../media/image10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png"/><Relationship Id="rId8" Type="http://schemas.openxmlformats.org/officeDocument/2006/relationships/image" Target="../media/image123.png"/><Relationship Id="rId7" Type="http://schemas.openxmlformats.org/officeDocument/2006/relationships/image" Target="../media/image122.png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05.png"/><Relationship Id="rId30" Type="http://schemas.openxmlformats.org/officeDocument/2006/relationships/slideLayout" Target="../slideLayouts/slideLayout5.xml"/><Relationship Id="rId3" Type="http://schemas.openxmlformats.org/officeDocument/2006/relationships/image" Target="../media/image119.png"/><Relationship Id="rId29" Type="http://schemas.openxmlformats.org/officeDocument/2006/relationships/image" Target="../media/image143.png"/><Relationship Id="rId28" Type="http://schemas.openxmlformats.org/officeDocument/2006/relationships/image" Target="../media/image142.png"/><Relationship Id="rId27" Type="http://schemas.openxmlformats.org/officeDocument/2006/relationships/image" Target="../media/image141.png"/><Relationship Id="rId26" Type="http://schemas.openxmlformats.org/officeDocument/2006/relationships/image" Target="../media/image140.png"/><Relationship Id="rId25" Type="http://schemas.openxmlformats.org/officeDocument/2006/relationships/image" Target="../media/image139.png"/><Relationship Id="rId24" Type="http://schemas.openxmlformats.org/officeDocument/2006/relationships/image" Target="../media/image138.png"/><Relationship Id="rId23" Type="http://schemas.openxmlformats.org/officeDocument/2006/relationships/image" Target="../media/image137.png"/><Relationship Id="rId22" Type="http://schemas.openxmlformats.org/officeDocument/2006/relationships/image" Target="../media/image136.png"/><Relationship Id="rId21" Type="http://schemas.openxmlformats.org/officeDocument/2006/relationships/image" Target="../media/image135.png"/><Relationship Id="rId20" Type="http://schemas.openxmlformats.org/officeDocument/2006/relationships/image" Target="../media/image134.png"/><Relationship Id="rId2" Type="http://schemas.openxmlformats.org/officeDocument/2006/relationships/image" Target="../media/image118.png"/><Relationship Id="rId19" Type="http://schemas.openxmlformats.org/officeDocument/2006/relationships/image" Target="../media/image133.png"/><Relationship Id="rId18" Type="http://schemas.openxmlformats.org/officeDocument/2006/relationships/image" Target="../media/image132.png"/><Relationship Id="rId17" Type="http://schemas.openxmlformats.org/officeDocument/2006/relationships/image" Target="../media/image131.png"/><Relationship Id="rId16" Type="http://schemas.openxmlformats.org/officeDocument/2006/relationships/image" Target="../media/image130.png"/><Relationship Id="rId15" Type="http://schemas.openxmlformats.org/officeDocument/2006/relationships/image" Target="../media/image129.png"/><Relationship Id="rId14" Type="http://schemas.openxmlformats.org/officeDocument/2006/relationships/image" Target="../media/image128.png"/><Relationship Id="rId13" Type="http://schemas.openxmlformats.org/officeDocument/2006/relationships/image" Target="../media/image127.png"/><Relationship Id="rId12" Type="http://schemas.openxmlformats.org/officeDocument/2006/relationships/image" Target="../media/image126.png"/><Relationship Id="rId11" Type="http://schemas.openxmlformats.org/officeDocument/2006/relationships/image" Target="../media/image107.png"/><Relationship Id="rId10" Type="http://schemas.openxmlformats.org/officeDocument/2006/relationships/image" Target="../media/image125.png"/><Relationship Id="rId1" Type="http://schemas.openxmlformats.org/officeDocument/2006/relationships/image" Target="../media/image10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7.png"/><Relationship Id="rId8" Type="http://schemas.openxmlformats.org/officeDocument/2006/relationships/image" Target="../media/image126.png"/><Relationship Id="rId7" Type="http://schemas.openxmlformats.org/officeDocument/2006/relationships/image" Target="../media/image107.png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Relationship Id="rId3" Type="http://schemas.openxmlformats.org/officeDocument/2006/relationships/image" Target="../media/image105.png"/><Relationship Id="rId26" Type="http://schemas.openxmlformats.org/officeDocument/2006/relationships/slideLayout" Target="../slideLayouts/slideLayout5.xml"/><Relationship Id="rId25" Type="http://schemas.openxmlformats.org/officeDocument/2006/relationships/image" Target="../media/image118.png"/><Relationship Id="rId24" Type="http://schemas.openxmlformats.org/officeDocument/2006/relationships/image" Target="../media/image162.png"/><Relationship Id="rId23" Type="http://schemas.openxmlformats.org/officeDocument/2006/relationships/image" Target="../media/image161.png"/><Relationship Id="rId22" Type="http://schemas.openxmlformats.org/officeDocument/2006/relationships/image" Target="../media/image160.png"/><Relationship Id="rId21" Type="http://schemas.openxmlformats.org/officeDocument/2006/relationships/image" Target="../media/image159.png"/><Relationship Id="rId20" Type="http://schemas.openxmlformats.org/officeDocument/2006/relationships/image" Target="../media/image158.png"/><Relationship Id="rId2" Type="http://schemas.openxmlformats.org/officeDocument/2006/relationships/image" Target="../media/image144.png"/><Relationship Id="rId19" Type="http://schemas.openxmlformats.org/officeDocument/2006/relationships/image" Target="../media/image157.png"/><Relationship Id="rId18" Type="http://schemas.openxmlformats.org/officeDocument/2006/relationships/image" Target="../media/image156.png"/><Relationship Id="rId17" Type="http://schemas.openxmlformats.org/officeDocument/2006/relationships/image" Target="../media/image155.png"/><Relationship Id="rId16" Type="http://schemas.openxmlformats.org/officeDocument/2006/relationships/image" Target="../media/image154.png"/><Relationship Id="rId15" Type="http://schemas.openxmlformats.org/officeDocument/2006/relationships/image" Target="../media/image153.png"/><Relationship Id="rId14" Type="http://schemas.openxmlformats.org/officeDocument/2006/relationships/image" Target="../media/image152.png"/><Relationship Id="rId13" Type="http://schemas.openxmlformats.org/officeDocument/2006/relationships/image" Target="../media/image151.png"/><Relationship Id="rId12" Type="http://schemas.openxmlformats.org/officeDocument/2006/relationships/image" Target="../media/image150.png"/><Relationship Id="rId11" Type="http://schemas.openxmlformats.org/officeDocument/2006/relationships/image" Target="../media/image149.png"/><Relationship Id="rId10" Type="http://schemas.openxmlformats.org/officeDocument/2006/relationships/image" Target="../media/image148.png"/><Relationship Id="rId1" Type="http://schemas.openxmlformats.org/officeDocument/2006/relationships/image" Target="../media/image10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7.png"/><Relationship Id="rId8" Type="http://schemas.openxmlformats.org/officeDocument/2006/relationships/image" Target="../media/image126.png"/><Relationship Id="rId7" Type="http://schemas.openxmlformats.org/officeDocument/2006/relationships/image" Target="../media/image107.png"/><Relationship Id="rId6" Type="http://schemas.openxmlformats.org/officeDocument/2006/relationships/image" Target="../media/image163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Relationship Id="rId3" Type="http://schemas.openxmlformats.org/officeDocument/2006/relationships/image" Target="../media/image105.png"/><Relationship Id="rId22" Type="http://schemas.openxmlformats.org/officeDocument/2006/relationships/slideLayout" Target="../slideLayouts/slideLayout5.xml"/><Relationship Id="rId21" Type="http://schemas.openxmlformats.org/officeDocument/2006/relationships/image" Target="../media/image118.png"/><Relationship Id="rId20" Type="http://schemas.openxmlformats.org/officeDocument/2006/relationships/image" Target="../media/image172.png"/><Relationship Id="rId2" Type="http://schemas.openxmlformats.org/officeDocument/2006/relationships/image" Target="../media/image144.png"/><Relationship Id="rId19" Type="http://schemas.openxmlformats.org/officeDocument/2006/relationships/image" Target="../media/image142.png"/><Relationship Id="rId18" Type="http://schemas.openxmlformats.org/officeDocument/2006/relationships/image" Target="../media/image171.png"/><Relationship Id="rId17" Type="http://schemas.openxmlformats.org/officeDocument/2006/relationships/image" Target="../media/image139.png"/><Relationship Id="rId16" Type="http://schemas.openxmlformats.org/officeDocument/2006/relationships/image" Target="../media/image170.png"/><Relationship Id="rId15" Type="http://schemas.openxmlformats.org/officeDocument/2006/relationships/image" Target="../media/image169.png"/><Relationship Id="rId14" Type="http://schemas.openxmlformats.org/officeDocument/2006/relationships/image" Target="../media/image168.png"/><Relationship Id="rId13" Type="http://schemas.openxmlformats.org/officeDocument/2006/relationships/image" Target="../media/image167.png"/><Relationship Id="rId12" Type="http://schemas.openxmlformats.org/officeDocument/2006/relationships/image" Target="../media/image166.png"/><Relationship Id="rId11" Type="http://schemas.openxmlformats.org/officeDocument/2006/relationships/image" Target="../media/image165.png"/><Relationship Id="rId10" Type="http://schemas.openxmlformats.org/officeDocument/2006/relationships/image" Target="../media/image164.png"/><Relationship Id="rId1" Type="http://schemas.openxmlformats.org/officeDocument/2006/relationships/image" Target="../media/image10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74.jpeg"/><Relationship Id="rId2" Type="http://schemas.openxmlformats.org/officeDocument/2006/relationships/image" Target="../media/image173.jpeg"/><Relationship Id="rId1" Type="http://schemas.openxmlformats.org/officeDocument/2006/relationships/image" Target="../media/image10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3.png"/><Relationship Id="rId8" Type="http://schemas.openxmlformats.org/officeDocument/2006/relationships/image" Target="../media/image182.png"/><Relationship Id="rId7" Type="http://schemas.openxmlformats.org/officeDocument/2006/relationships/image" Target="../media/image181.png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9" Type="http://schemas.openxmlformats.org/officeDocument/2006/relationships/slideLayout" Target="../slideLayouts/slideLayout5.xml"/><Relationship Id="rId18" Type="http://schemas.openxmlformats.org/officeDocument/2006/relationships/image" Target="../media/image192.png"/><Relationship Id="rId17" Type="http://schemas.openxmlformats.org/officeDocument/2006/relationships/image" Target="../media/image191.png"/><Relationship Id="rId16" Type="http://schemas.openxmlformats.org/officeDocument/2006/relationships/image" Target="../media/image190.png"/><Relationship Id="rId15" Type="http://schemas.openxmlformats.org/officeDocument/2006/relationships/image" Target="../media/image189.png"/><Relationship Id="rId14" Type="http://schemas.openxmlformats.org/officeDocument/2006/relationships/image" Target="../media/image188.png"/><Relationship Id="rId13" Type="http://schemas.openxmlformats.org/officeDocument/2006/relationships/image" Target="../media/image187.png"/><Relationship Id="rId12" Type="http://schemas.openxmlformats.org/officeDocument/2006/relationships/image" Target="../media/image186.png"/><Relationship Id="rId11" Type="http://schemas.openxmlformats.org/officeDocument/2006/relationships/image" Target="../media/image185.png"/><Relationship Id="rId10" Type="http://schemas.openxmlformats.org/officeDocument/2006/relationships/image" Target="../media/image184.png"/><Relationship Id="rId1" Type="http://schemas.openxmlformats.org/officeDocument/2006/relationships/image" Target="../media/image17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0.png"/><Relationship Id="rId8" Type="http://schemas.openxmlformats.org/officeDocument/2006/relationships/image" Target="../media/image199.png"/><Relationship Id="rId7" Type="http://schemas.openxmlformats.org/officeDocument/2006/relationships/image" Target="../media/image198.png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0" Type="http://schemas.openxmlformats.org/officeDocument/2006/relationships/slideLayout" Target="../slideLayouts/slideLayout5.xml"/><Relationship Id="rId1" Type="http://schemas.openxmlformats.org/officeDocument/2006/relationships/image" Target="../media/image19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207.jpeg"/><Relationship Id="rId6" Type="http://schemas.openxmlformats.org/officeDocument/2006/relationships/image" Target="../media/image206.png"/><Relationship Id="rId5" Type="http://schemas.openxmlformats.org/officeDocument/2006/relationships/image" Target="../media/image205.png"/><Relationship Id="rId4" Type="http://schemas.openxmlformats.org/officeDocument/2006/relationships/image" Target="../media/image204.png"/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image" Target="../media/image20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4.png"/><Relationship Id="rId8" Type="http://schemas.openxmlformats.org/officeDocument/2006/relationships/image" Target="../media/image213.png"/><Relationship Id="rId7" Type="http://schemas.openxmlformats.org/officeDocument/2006/relationships/image" Target="../media/image212.png"/><Relationship Id="rId6" Type="http://schemas.openxmlformats.org/officeDocument/2006/relationships/image" Target="../media/image211.png"/><Relationship Id="rId5" Type="http://schemas.openxmlformats.org/officeDocument/2006/relationships/image" Target="../media/image210.png"/><Relationship Id="rId4" Type="http://schemas.openxmlformats.org/officeDocument/2006/relationships/image" Target="../media/image209.png"/><Relationship Id="rId3" Type="http://schemas.openxmlformats.org/officeDocument/2006/relationships/image" Target="../media/image208.png"/><Relationship Id="rId2" Type="http://schemas.openxmlformats.org/officeDocument/2006/relationships/image" Target="../media/image202.png"/><Relationship Id="rId13" Type="http://schemas.openxmlformats.org/officeDocument/2006/relationships/slideLayout" Target="../slideLayouts/slideLayout5.xml"/><Relationship Id="rId12" Type="http://schemas.openxmlformats.org/officeDocument/2006/relationships/image" Target="../media/image217.jpeg"/><Relationship Id="rId11" Type="http://schemas.openxmlformats.org/officeDocument/2006/relationships/image" Target="../media/image216.png"/><Relationship Id="rId10" Type="http://schemas.openxmlformats.org/officeDocument/2006/relationships/image" Target="../media/image215.png"/><Relationship Id="rId1" Type="http://schemas.openxmlformats.org/officeDocument/2006/relationships/image" Target="../media/image20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221.jpeg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4" Type="http://schemas.openxmlformats.org/officeDocument/2006/relationships/image" Target="../media/image209.png"/><Relationship Id="rId3" Type="http://schemas.openxmlformats.org/officeDocument/2006/relationships/image" Target="../media/image218.png"/><Relationship Id="rId2" Type="http://schemas.openxmlformats.org/officeDocument/2006/relationships/image" Target="../media/image202.png"/><Relationship Id="rId1" Type="http://schemas.openxmlformats.org/officeDocument/2006/relationships/image" Target="../media/image20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9.png"/><Relationship Id="rId8" Type="http://schemas.openxmlformats.org/officeDocument/2006/relationships/image" Target="../media/image228.png"/><Relationship Id="rId7" Type="http://schemas.openxmlformats.org/officeDocument/2006/relationships/image" Target="../media/image227.png"/><Relationship Id="rId6" Type="http://schemas.openxmlformats.org/officeDocument/2006/relationships/image" Target="../media/image226.png"/><Relationship Id="rId5" Type="http://schemas.openxmlformats.org/officeDocument/2006/relationships/image" Target="../media/image225.png"/><Relationship Id="rId4" Type="http://schemas.openxmlformats.org/officeDocument/2006/relationships/image" Target="../media/image224.png"/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2" Type="http://schemas.openxmlformats.org/officeDocument/2006/relationships/slideLayout" Target="../slideLayouts/slideLayout5.xml"/><Relationship Id="rId11" Type="http://schemas.openxmlformats.org/officeDocument/2006/relationships/image" Target="../media/image231.jpeg"/><Relationship Id="rId10" Type="http://schemas.openxmlformats.org/officeDocument/2006/relationships/image" Target="../media/image230.png"/><Relationship Id="rId1" Type="http://schemas.openxmlformats.org/officeDocument/2006/relationships/image" Target="../media/image201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9.png"/><Relationship Id="rId8" Type="http://schemas.openxmlformats.org/officeDocument/2006/relationships/image" Target="../media/image238.png"/><Relationship Id="rId7" Type="http://schemas.openxmlformats.org/officeDocument/2006/relationships/image" Target="../media/image237.png"/><Relationship Id="rId6" Type="http://schemas.openxmlformats.org/officeDocument/2006/relationships/image" Target="../media/image236.png"/><Relationship Id="rId5" Type="http://schemas.openxmlformats.org/officeDocument/2006/relationships/image" Target="../media/image235.png"/><Relationship Id="rId4" Type="http://schemas.openxmlformats.org/officeDocument/2006/relationships/image" Target="../media/image234.png"/><Relationship Id="rId3" Type="http://schemas.openxmlformats.org/officeDocument/2006/relationships/image" Target="../media/image233.png"/><Relationship Id="rId21" Type="http://schemas.openxmlformats.org/officeDocument/2006/relationships/slideLayout" Target="../slideLayouts/slideLayout5.xml"/><Relationship Id="rId20" Type="http://schemas.openxmlformats.org/officeDocument/2006/relationships/image" Target="../media/image250.png"/><Relationship Id="rId2" Type="http://schemas.openxmlformats.org/officeDocument/2006/relationships/image" Target="../media/image232.png"/><Relationship Id="rId19" Type="http://schemas.openxmlformats.org/officeDocument/2006/relationships/image" Target="../media/image249.png"/><Relationship Id="rId18" Type="http://schemas.openxmlformats.org/officeDocument/2006/relationships/image" Target="../media/image248.png"/><Relationship Id="rId17" Type="http://schemas.openxmlformats.org/officeDocument/2006/relationships/image" Target="../media/image247.png"/><Relationship Id="rId16" Type="http://schemas.openxmlformats.org/officeDocument/2006/relationships/image" Target="../media/image246.png"/><Relationship Id="rId15" Type="http://schemas.openxmlformats.org/officeDocument/2006/relationships/image" Target="../media/image245.png"/><Relationship Id="rId14" Type="http://schemas.openxmlformats.org/officeDocument/2006/relationships/image" Target="../media/image244.png"/><Relationship Id="rId13" Type="http://schemas.openxmlformats.org/officeDocument/2006/relationships/image" Target="../media/image243.png"/><Relationship Id="rId12" Type="http://schemas.openxmlformats.org/officeDocument/2006/relationships/image" Target="../media/image242.png"/><Relationship Id="rId11" Type="http://schemas.openxmlformats.org/officeDocument/2006/relationships/image" Target="../media/image241.png"/><Relationship Id="rId10" Type="http://schemas.openxmlformats.org/officeDocument/2006/relationships/image" Target="../media/image240.png"/><Relationship Id="rId1" Type="http://schemas.openxmlformats.org/officeDocument/2006/relationships/image" Target="../media/image201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8.png"/><Relationship Id="rId8" Type="http://schemas.openxmlformats.org/officeDocument/2006/relationships/image" Target="../media/image257.png"/><Relationship Id="rId7" Type="http://schemas.openxmlformats.org/officeDocument/2006/relationships/image" Target="../media/image256.png"/><Relationship Id="rId6" Type="http://schemas.openxmlformats.org/officeDocument/2006/relationships/image" Target="../media/image255.png"/><Relationship Id="rId5" Type="http://schemas.openxmlformats.org/officeDocument/2006/relationships/image" Target="../media/image254.png"/><Relationship Id="rId4" Type="http://schemas.openxmlformats.org/officeDocument/2006/relationships/image" Target="../media/image253.png"/><Relationship Id="rId32" Type="http://schemas.openxmlformats.org/officeDocument/2006/relationships/slideLayout" Target="../slideLayouts/slideLayout5.xml"/><Relationship Id="rId31" Type="http://schemas.openxmlformats.org/officeDocument/2006/relationships/image" Target="../media/image280.png"/><Relationship Id="rId30" Type="http://schemas.openxmlformats.org/officeDocument/2006/relationships/image" Target="../media/image279.png"/><Relationship Id="rId3" Type="http://schemas.openxmlformats.org/officeDocument/2006/relationships/image" Target="../media/image252.png"/><Relationship Id="rId29" Type="http://schemas.openxmlformats.org/officeDocument/2006/relationships/image" Target="../media/image278.png"/><Relationship Id="rId28" Type="http://schemas.openxmlformats.org/officeDocument/2006/relationships/image" Target="../media/image277.png"/><Relationship Id="rId27" Type="http://schemas.openxmlformats.org/officeDocument/2006/relationships/image" Target="../media/image276.png"/><Relationship Id="rId26" Type="http://schemas.openxmlformats.org/officeDocument/2006/relationships/image" Target="../media/image275.png"/><Relationship Id="rId25" Type="http://schemas.openxmlformats.org/officeDocument/2006/relationships/image" Target="../media/image274.png"/><Relationship Id="rId24" Type="http://schemas.openxmlformats.org/officeDocument/2006/relationships/image" Target="../media/image273.png"/><Relationship Id="rId23" Type="http://schemas.openxmlformats.org/officeDocument/2006/relationships/image" Target="../media/image272.png"/><Relationship Id="rId22" Type="http://schemas.openxmlformats.org/officeDocument/2006/relationships/image" Target="../media/image271.png"/><Relationship Id="rId21" Type="http://schemas.openxmlformats.org/officeDocument/2006/relationships/image" Target="../media/image270.png"/><Relationship Id="rId20" Type="http://schemas.openxmlformats.org/officeDocument/2006/relationships/image" Target="../media/image269.png"/><Relationship Id="rId2" Type="http://schemas.openxmlformats.org/officeDocument/2006/relationships/image" Target="../media/image251.png"/><Relationship Id="rId19" Type="http://schemas.openxmlformats.org/officeDocument/2006/relationships/image" Target="../media/image268.png"/><Relationship Id="rId18" Type="http://schemas.openxmlformats.org/officeDocument/2006/relationships/image" Target="../media/image267.jpeg"/><Relationship Id="rId17" Type="http://schemas.openxmlformats.org/officeDocument/2006/relationships/image" Target="../media/image266.png"/><Relationship Id="rId16" Type="http://schemas.openxmlformats.org/officeDocument/2006/relationships/image" Target="../media/image265.png"/><Relationship Id="rId15" Type="http://schemas.openxmlformats.org/officeDocument/2006/relationships/image" Target="../media/image264.png"/><Relationship Id="rId14" Type="http://schemas.openxmlformats.org/officeDocument/2006/relationships/image" Target="../media/image263.png"/><Relationship Id="rId13" Type="http://schemas.openxmlformats.org/officeDocument/2006/relationships/image" Target="../media/image262.png"/><Relationship Id="rId12" Type="http://schemas.openxmlformats.org/officeDocument/2006/relationships/image" Target="../media/image261.png"/><Relationship Id="rId11" Type="http://schemas.openxmlformats.org/officeDocument/2006/relationships/image" Target="../media/image260.png"/><Relationship Id="rId10" Type="http://schemas.openxmlformats.org/officeDocument/2006/relationships/image" Target="../media/image259.png"/><Relationship Id="rId1" Type="http://schemas.openxmlformats.org/officeDocument/2006/relationships/image" Target="../media/image201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9.png"/><Relationship Id="rId8" Type="http://schemas.openxmlformats.org/officeDocument/2006/relationships/image" Target="../media/image288.png"/><Relationship Id="rId7" Type="http://schemas.openxmlformats.org/officeDocument/2006/relationships/image" Target="../media/image287.png"/><Relationship Id="rId6" Type="http://schemas.openxmlformats.org/officeDocument/2006/relationships/image" Target="../media/image286.png"/><Relationship Id="rId5" Type="http://schemas.openxmlformats.org/officeDocument/2006/relationships/image" Target="../media/image285.png"/><Relationship Id="rId4" Type="http://schemas.openxmlformats.org/officeDocument/2006/relationships/image" Target="../media/image284.png"/><Relationship Id="rId3" Type="http://schemas.openxmlformats.org/officeDocument/2006/relationships/image" Target="../media/image283.png"/><Relationship Id="rId29" Type="http://schemas.openxmlformats.org/officeDocument/2006/relationships/slideLayout" Target="../slideLayouts/slideLayout5.xml"/><Relationship Id="rId28" Type="http://schemas.openxmlformats.org/officeDocument/2006/relationships/image" Target="../media/image308.png"/><Relationship Id="rId27" Type="http://schemas.openxmlformats.org/officeDocument/2006/relationships/image" Target="../media/image307.png"/><Relationship Id="rId26" Type="http://schemas.openxmlformats.org/officeDocument/2006/relationships/image" Target="../media/image306.png"/><Relationship Id="rId25" Type="http://schemas.openxmlformats.org/officeDocument/2006/relationships/image" Target="../media/image305.png"/><Relationship Id="rId24" Type="http://schemas.openxmlformats.org/officeDocument/2006/relationships/image" Target="../media/image304.png"/><Relationship Id="rId23" Type="http://schemas.openxmlformats.org/officeDocument/2006/relationships/image" Target="../media/image303.png"/><Relationship Id="rId22" Type="http://schemas.openxmlformats.org/officeDocument/2006/relationships/image" Target="../media/image302.png"/><Relationship Id="rId21" Type="http://schemas.openxmlformats.org/officeDocument/2006/relationships/image" Target="../media/image301.png"/><Relationship Id="rId20" Type="http://schemas.openxmlformats.org/officeDocument/2006/relationships/image" Target="../media/image300.png"/><Relationship Id="rId2" Type="http://schemas.openxmlformats.org/officeDocument/2006/relationships/image" Target="../media/image282.jpeg"/><Relationship Id="rId19" Type="http://schemas.openxmlformats.org/officeDocument/2006/relationships/image" Target="../media/image299.png"/><Relationship Id="rId18" Type="http://schemas.openxmlformats.org/officeDocument/2006/relationships/image" Target="../media/image298.png"/><Relationship Id="rId17" Type="http://schemas.openxmlformats.org/officeDocument/2006/relationships/image" Target="../media/image297.png"/><Relationship Id="rId16" Type="http://schemas.openxmlformats.org/officeDocument/2006/relationships/image" Target="../media/image296.png"/><Relationship Id="rId15" Type="http://schemas.openxmlformats.org/officeDocument/2006/relationships/image" Target="../media/image295.png"/><Relationship Id="rId14" Type="http://schemas.openxmlformats.org/officeDocument/2006/relationships/image" Target="../media/image294.png"/><Relationship Id="rId13" Type="http://schemas.openxmlformats.org/officeDocument/2006/relationships/image" Target="../media/image293.png"/><Relationship Id="rId12" Type="http://schemas.openxmlformats.org/officeDocument/2006/relationships/image" Target="../media/image292.png"/><Relationship Id="rId11" Type="http://schemas.openxmlformats.org/officeDocument/2006/relationships/image" Target="../media/image291.png"/><Relationship Id="rId10" Type="http://schemas.openxmlformats.org/officeDocument/2006/relationships/image" Target="../media/image290.png"/><Relationship Id="rId1" Type="http://schemas.openxmlformats.org/officeDocument/2006/relationships/image" Target="../media/image28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81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311.jpeg"/><Relationship Id="rId5" Type="http://schemas.openxmlformats.org/officeDocument/2006/relationships/image" Target="../media/image310.png"/><Relationship Id="rId4" Type="http://schemas.openxmlformats.org/officeDocument/2006/relationships/image" Target="../media/image209.png"/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image" Target="../media/image309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313.jpeg"/><Relationship Id="rId5" Type="http://schemas.openxmlformats.org/officeDocument/2006/relationships/image" Target="../media/image312.png"/><Relationship Id="rId4" Type="http://schemas.openxmlformats.org/officeDocument/2006/relationships/image" Target="../media/image209.png"/><Relationship Id="rId3" Type="http://schemas.openxmlformats.org/officeDocument/2006/relationships/image" Target="../media/image208.png"/><Relationship Id="rId2" Type="http://schemas.openxmlformats.org/officeDocument/2006/relationships/image" Target="../media/image202.png"/><Relationship Id="rId1" Type="http://schemas.openxmlformats.org/officeDocument/2006/relationships/image" Target="../media/image309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316.png"/><Relationship Id="rId3" Type="http://schemas.openxmlformats.org/officeDocument/2006/relationships/image" Target="../media/image315.png"/><Relationship Id="rId2" Type="http://schemas.openxmlformats.org/officeDocument/2006/relationships/image" Target="../media/image314.jpeg"/><Relationship Id="rId1" Type="http://schemas.openxmlformats.org/officeDocument/2006/relationships/image" Target="../media/image309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9.png"/><Relationship Id="rId8" Type="http://schemas.openxmlformats.org/officeDocument/2006/relationships/image" Target="../media/image318.png"/><Relationship Id="rId7" Type="http://schemas.openxmlformats.org/officeDocument/2006/relationships/image" Target="../media/image317.png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Relationship Id="rId3" Type="http://schemas.openxmlformats.org/officeDocument/2006/relationships/image" Target="../media/image194.png"/><Relationship Id="rId26" Type="http://schemas.openxmlformats.org/officeDocument/2006/relationships/slideLayout" Target="../slideLayouts/slideLayout5.xml"/><Relationship Id="rId25" Type="http://schemas.openxmlformats.org/officeDocument/2006/relationships/image" Target="../media/image335.png"/><Relationship Id="rId24" Type="http://schemas.openxmlformats.org/officeDocument/2006/relationships/image" Target="../media/image334.png"/><Relationship Id="rId23" Type="http://schemas.openxmlformats.org/officeDocument/2006/relationships/image" Target="../media/image333.png"/><Relationship Id="rId22" Type="http://schemas.openxmlformats.org/officeDocument/2006/relationships/image" Target="../media/image332.png"/><Relationship Id="rId21" Type="http://schemas.openxmlformats.org/officeDocument/2006/relationships/image" Target="../media/image331.png"/><Relationship Id="rId20" Type="http://schemas.openxmlformats.org/officeDocument/2006/relationships/image" Target="../media/image330.png"/><Relationship Id="rId2" Type="http://schemas.openxmlformats.org/officeDocument/2006/relationships/image" Target="../media/image193.png"/><Relationship Id="rId19" Type="http://schemas.openxmlformats.org/officeDocument/2006/relationships/image" Target="../media/image329.png"/><Relationship Id="rId18" Type="http://schemas.openxmlformats.org/officeDocument/2006/relationships/image" Target="../media/image328.png"/><Relationship Id="rId17" Type="http://schemas.openxmlformats.org/officeDocument/2006/relationships/image" Target="../media/image327.png"/><Relationship Id="rId16" Type="http://schemas.openxmlformats.org/officeDocument/2006/relationships/image" Target="../media/image326.png"/><Relationship Id="rId15" Type="http://schemas.openxmlformats.org/officeDocument/2006/relationships/image" Target="../media/image325.png"/><Relationship Id="rId14" Type="http://schemas.openxmlformats.org/officeDocument/2006/relationships/image" Target="../media/image324.png"/><Relationship Id="rId13" Type="http://schemas.openxmlformats.org/officeDocument/2006/relationships/image" Target="../media/image323.png"/><Relationship Id="rId12" Type="http://schemas.openxmlformats.org/officeDocument/2006/relationships/image" Target="../media/image322.png"/><Relationship Id="rId11" Type="http://schemas.openxmlformats.org/officeDocument/2006/relationships/image" Target="../media/image321.png"/><Relationship Id="rId10" Type="http://schemas.openxmlformats.org/officeDocument/2006/relationships/image" Target="../media/image320.png"/><Relationship Id="rId1" Type="http://schemas.openxmlformats.org/officeDocument/2006/relationships/image" Target="../media/image19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36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5.png"/><Relationship Id="rId8" Type="http://schemas.openxmlformats.org/officeDocument/2006/relationships/image" Target="../media/image344.png"/><Relationship Id="rId7" Type="http://schemas.openxmlformats.org/officeDocument/2006/relationships/image" Target="../media/image343.png"/><Relationship Id="rId6" Type="http://schemas.openxmlformats.org/officeDocument/2006/relationships/image" Target="../media/image342.png"/><Relationship Id="rId5" Type="http://schemas.openxmlformats.org/officeDocument/2006/relationships/image" Target="../media/image341.png"/><Relationship Id="rId4" Type="http://schemas.openxmlformats.org/officeDocument/2006/relationships/image" Target="../media/image340.png"/><Relationship Id="rId3" Type="http://schemas.openxmlformats.org/officeDocument/2006/relationships/image" Target="../media/image339.png"/><Relationship Id="rId2" Type="http://schemas.openxmlformats.org/officeDocument/2006/relationships/image" Target="../media/image338.png"/><Relationship Id="rId16" Type="http://schemas.openxmlformats.org/officeDocument/2006/relationships/slideLayout" Target="../slideLayouts/slideLayout4.xml"/><Relationship Id="rId15" Type="http://schemas.openxmlformats.org/officeDocument/2006/relationships/image" Target="../media/image351.png"/><Relationship Id="rId14" Type="http://schemas.openxmlformats.org/officeDocument/2006/relationships/image" Target="../media/image350.png"/><Relationship Id="rId13" Type="http://schemas.openxmlformats.org/officeDocument/2006/relationships/image" Target="../media/image349.png"/><Relationship Id="rId12" Type="http://schemas.openxmlformats.org/officeDocument/2006/relationships/image" Target="../media/image348.png"/><Relationship Id="rId11" Type="http://schemas.openxmlformats.org/officeDocument/2006/relationships/image" Target="../media/image347.png"/><Relationship Id="rId10" Type="http://schemas.openxmlformats.org/officeDocument/2006/relationships/image" Target="../media/image346.png"/><Relationship Id="rId1" Type="http://schemas.openxmlformats.org/officeDocument/2006/relationships/image" Target="../media/image337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0.png"/><Relationship Id="rId8" Type="http://schemas.openxmlformats.org/officeDocument/2006/relationships/image" Target="../media/image359.png"/><Relationship Id="rId7" Type="http://schemas.openxmlformats.org/officeDocument/2006/relationships/image" Target="../media/image358.png"/><Relationship Id="rId63" Type="http://schemas.openxmlformats.org/officeDocument/2006/relationships/slideLayout" Target="../slideLayouts/slideLayout5.xml"/><Relationship Id="rId62" Type="http://schemas.openxmlformats.org/officeDocument/2006/relationships/image" Target="../media/image351.png"/><Relationship Id="rId61" Type="http://schemas.openxmlformats.org/officeDocument/2006/relationships/image" Target="../media/image412.png"/><Relationship Id="rId60" Type="http://schemas.openxmlformats.org/officeDocument/2006/relationships/image" Target="../media/image411.png"/><Relationship Id="rId6" Type="http://schemas.openxmlformats.org/officeDocument/2006/relationships/image" Target="../media/image357.png"/><Relationship Id="rId59" Type="http://schemas.openxmlformats.org/officeDocument/2006/relationships/image" Target="../media/image410.png"/><Relationship Id="rId58" Type="http://schemas.openxmlformats.org/officeDocument/2006/relationships/image" Target="../media/image409.png"/><Relationship Id="rId57" Type="http://schemas.openxmlformats.org/officeDocument/2006/relationships/image" Target="../media/image408.png"/><Relationship Id="rId56" Type="http://schemas.openxmlformats.org/officeDocument/2006/relationships/image" Target="../media/image407.png"/><Relationship Id="rId55" Type="http://schemas.openxmlformats.org/officeDocument/2006/relationships/image" Target="../media/image406.png"/><Relationship Id="rId54" Type="http://schemas.openxmlformats.org/officeDocument/2006/relationships/image" Target="../media/image405.png"/><Relationship Id="rId53" Type="http://schemas.openxmlformats.org/officeDocument/2006/relationships/image" Target="../media/image404.png"/><Relationship Id="rId52" Type="http://schemas.openxmlformats.org/officeDocument/2006/relationships/image" Target="../media/image403.png"/><Relationship Id="rId51" Type="http://schemas.openxmlformats.org/officeDocument/2006/relationships/image" Target="../media/image402.png"/><Relationship Id="rId50" Type="http://schemas.openxmlformats.org/officeDocument/2006/relationships/image" Target="../media/image401.png"/><Relationship Id="rId5" Type="http://schemas.openxmlformats.org/officeDocument/2006/relationships/image" Target="../media/image356.png"/><Relationship Id="rId49" Type="http://schemas.openxmlformats.org/officeDocument/2006/relationships/image" Target="../media/image400.png"/><Relationship Id="rId48" Type="http://schemas.openxmlformats.org/officeDocument/2006/relationships/image" Target="../media/image399.png"/><Relationship Id="rId47" Type="http://schemas.openxmlformats.org/officeDocument/2006/relationships/image" Target="../media/image398.png"/><Relationship Id="rId46" Type="http://schemas.openxmlformats.org/officeDocument/2006/relationships/image" Target="../media/image397.png"/><Relationship Id="rId45" Type="http://schemas.openxmlformats.org/officeDocument/2006/relationships/image" Target="../media/image396.png"/><Relationship Id="rId44" Type="http://schemas.openxmlformats.org/officeDocument/2006/relationships/image" Target="../media/image395.png"/><Relationship Id="rId43" Type="http://schemas.openxmlformats.org/officeDocument/2006/relationships/image" Target="../media/image394.png"/><Relationship Id="rId42" Type="http://schemas.openxmlformats.org/officeDocument/2006/relationships/image" Target="../media/image393.png"/><Relationship Id="rId41" Type="http://schemas.openxmlformats.org/officeDocument/2006/relationships/image" Target="../media/image392.png"/><Relationship Id="rId40" Type="http://schemas.openxmlformats.org/officeDocument/2006/relationships/image" Target="../media/image391.png"/><Relationship Id="rId4" Type="http://schemas.openxmlformats.org/officeDocument/2006/relationships/image" Target="../media/image355.png"/><Relationship Id="rId39" Type="http://schemas.openxmlformats.org/officeDocument/2006/relationships/image" Target="../media/image390.png"/><Relationship Id="rId38" Type="http://schemas.openxmlformats.org/officeDocument/2006/relationships/image" Target="../media/image389.png"/><Relationship Id="rId37" Type="http://schemas.openxmlformats.org/officeDocument/2006/relationships/image" Target="../media/image388.png"/><Relationship Id="rId36" Type="http://schemas.openxmlformats.org/officeDocument/2006/relationships/image" Target="../media/image387.png"/><Relationship Id="rId35" Type="http://schemas.openxmlformats.org/officeDocument/2006/relationships/image" Target="../media/image386.png"/><Relationship Id="rId34" Type="http://schemas.openxmlformats.org/officeDocument/2006/relationships/image" Target="../media/image385.png"/><Relationship Id="rId33" Type="http://schemas.openxmlformats.org/officeDocument/2006/relationships/image" Target="../media/image384.png"/><Relationship Id="rId32" Type="http://schemas.openxmlformats.org/officeDocument/2006/relationships/image" Target="../media/image383.png"/><Relationship Id="rId31" Type="http://schemas.openxmlformats.org/officeDocument/2006/relationships/image" Target="../media/image382.png"/><Relationship Id="rId30" Type="http://schemas.openxmlformats.org/officeDocument/2006/relationships/image" Target="../media/image381.png"/><Relationship Id="rId3" Type="http://schemas.openxmlformats.org/officeDocument/2006/relationships/image" Target="../media/image354.png"/><Relationship Id="rId29" Type="http://schemas.openxmlformats.org/officeDocument/2006/relationships/image" Target="../media/image380.png"/><Relationship Id="rId28" Type="http://schemas.openxmlformats.org/officeDocument/2006/relationships/image" Target="../media/image379.png"/><Relationship Id="rId27" Type="http://schemas.openxmlformats.org/officeDocument/2006/relationships/image" Target="../media/image378.png"/><Relationship Id="rId26" Type="http://schemas.openxmlformats.org/officeDocument/2006/relationships/image" Target="../media/image377.png"/><Relationship Id="rId25" Type="http://schemas.openxmlformats.org/officeDocument/2006/relationships/image" Target="../media/image376.png"/><Relationship Id="rId24" Type="http://schemas.openxmlformats.org/officeDocument/2006/relationships/image" Target="../media/image375.png"/><Relationship Id="rId23" Type="http://schemas.openxmlformats.org/officeDocument/2006/relationships/image" Target="../media/image374.png"/><Relationship Id="rId22" Type="http://schemas.openxmlformats.org/officeDocument/2006/relationships/image" Target="../media/image373.png"/><Relationship Id="rId21" Type="http://schemas.openxmlformats.org/officeDocument/2006/relationships/image" Target="../media/image372.png"/><Relationship Id="rId20" Type="http://schemas.openxmlformats.org/officeDocument/2006/relationships/image" Target="../media/image371.png"/><Relationship Id="rId2" Type="http://schemas.openxmlformats.org/officeDocument/2006/relationships/image" Target="../media/image353.png"/><Relationship Id="rId19" Type="http://schemas.openxmlformats.org/officeDocument/2006/relationships/image" Target="../media/image370.png"/><Relationship Id="rId18" Type="http://schemas.openxmlformats.org/officeDocument/2006/relationships/image" Target="../media/image369.png"/><Relationship Id="rId17" Type="http://schemas.openxmlformats.org/officeDocument/2006/relationships/image" Target="../media/image368.png"/><Relationship Id="rId16" Type="http://schemas.openxmlformats.org/officeDocument/2006/relationships/image" Target="../media/image367.png"/><Relationship Id="rId15" Type="http://schemas.openxmlformats.org/officeDocument/2006/relationships/image" Target="../media/image366.png"/><Relationship Id="rId14" Type="http://schemas.openxmlformats.org/officeDocument/2006/relationships/image" Target="../media/image365.png"/><Relationship Id="rId13" Type="http://schemas.openxmlformats.org/officeDocument/2006/relationships/image" Target="../media/image364.png"/><Relationship Id="rId12" Type="http://schemas.openxmlformats.org/officeDocument/2006/relationships/image" Target="../media/image363.png"/><Relationship Id="rId11" Type="http://schemas.openxmlformats.org/officeDocument/2006/relationships/image" Target="../media/image362.png"/><Relationship Id="rId10" Type="http://schemas.openxmlformats.org/officeDocument/2006/relationships/image" Target="../media/image361.png"/><Relationship Id="rId1" Type="http://schemas.openxmlformats.org/officeDocument/2006/relationships/image" Target="../media/image352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0.png"/><Relationship Id="rId8" Type="http://schemas.openxmlformats.org/officeDocument/2006/relationships/image" Target="../media/image419.png"/><Relationship Id="rId7" Type="http://schemas.openxmlformats.org/officeDocument/2006/relationships/image" Target="../media/image418.png"/><Relationship Id="rId6" Type="http://schemas.openxmlformats.org/officeDocument/2006/relationships/image" Target="../media/image417.png"/><Relationship Id="rId55" Type="http://schemas.openxmlformats.org/officeDocument/2006/relationships/slideLayout" Target="../slideLayouts/slideLayout5.xml"/><Relationship Id="rId54" Type="http://schemas.openxmlformats.org/officeDocument/2006/relationships/image" Target="../media/image463.jpeg"/><Relationship Id="rId53" Type="http://schemas.openxmlformats.org/officeDocument/2006/relationships/image" Target="../media/image351.png"/><Relationship Id="rId52" Type="http://schemas.openxmlformats.org/officeDocument/2006/relationships/image" Target="../media/image462.png"/><Relationship Id="rId51" Type="http://schemas.openxmlformats.org/officeDocument/2006/relationships/image" Target="../media/image461.png"/><Relationship Id="rId50" Type="http://schemas.openxmlformats.org/officeDocument/2006/relationships/image" Target="../media/image460.png"/><Relationship Id="rId5" Type="http://schemas.openxmlformats.org/officeDocument/2006/relationships/image" Target="../media/image416.png"/><Relationship Id="rId49" Type="http://schemas.openxmlformats.org/officeDocument/2006/relationships/image" Target="../media/image459.png"/><Relationship Id="rId48" Type="http://schemas.openxmlformats.org/officeDocument/2006/relationships/image" Target="../media/image458.png"/><Relationship Id="rId47" Type="http://schemas.openxmlformats.org/officeDocument/2006/relationships/image" Target="../media/image457.png"/><Relationship Id="rId46" Type="http://schemas.openxmlformats.org/officeDocument/2006/relationships/image" Target="../media/image456.png"/><Relationship Id="rId45" Type="http://schemas.openxmlformats.org/officeDocument/2006/relationships/image" Target="../media/image455.png"/><Relationship Id="rId44" Type="http://schemas.openxmlformats.org/officeDocument/2006/relationships/image" Target="../media/image454.png"/><Relationship Id="rId43" Type="http://schemas.openxmlformats.org/officeDocument/2006/relationships/image" Target="../media/image453.png"/><Relationship Id="rId42" Type="http://schemas.openxmlformats.org/officeDocument/2006/relationships/image" Target="../media/image452.png"/><Relationship Id="rId41" Type="http://schemas.openxmlformats.org/officeDocument/2006/relationships/image" Target="../media/image451.png"/><Relationship Id="rId40" Type="http://schemas.openxmlformats.org/officeDocument/2006/relationships/image" Target="../media/image450.png"/><Relationship Id="rId4" Type="http://schemas.openxmlformats.org/officeDocument/2006/relationships/image" Target="../media/image415.png"/><Relationship Id="rId39" Type="http://schemas.openxmlformats.org/officeDocument/2006/relationships/image" Target="../media/image449.png"/><Relationship Id="rId38" Type="http://schemas.openxmlformats.org/officeDocument/2006/relationships/image" Target="../media/image448.png"/><Relationship Id="rId37" Type="http://schemas.openxmlformats.org/officeDocument/2006/relationships/image" Target="../media/image272.png"/><Relationship Id="rId36" Type="http://schemas.openxmlformats.org/officeDocument/2006/relationships/image" Target="../media/image447.png"/><Relationship Id="rId35" Type="http://schemas.openxmlformats.org/officeDocument/2006/relationships/image" Target="../media/image446.png"/><Relationship Id="rId34" Type="http://schemas.openxmlformats.org/officeDocument/2006/relationships/image" Target="../media/image445.png"/><Relationship Id="rId33" Type="http://schemas.openxmlformats.org/officeDocument/2006/relationships/image" Target="../media/image444.png"/><Relationship Id="rId32" Type="http://schemas.openxmlformats.org/officeDocument/2006/relationships/image" Target="../media/image443.png"/><Relationship Id="rId31" Type="http://schemas.openxmlformats.org/officeDocument/2006/relationships/image" Target="../media/image442.png"/><Relationship Id="rId30" Type="http://schemas.openxmlformats.org/officeDocument/2006/relationships/image" Target="../media/image441.png"/><Relationship Id="rId3" Type="http://schemas.openxmlformats.org/officeDocument/2006/relationships/image" Target="../media/image354.png"/><Relationship Id="rId29" Type="http://schemas.openxmlformats.org/officeDocument/2006/relationships/image" Target="../media/image440.png"/><Relationship Id="rId28" Type="http://schemas.openxmlformats.org/officeDocument/2006/relationships/image" Target="../media/image439.png"/><Relationship Id="rId27" Type="http://schemas.openxmlformats.org/officeDocument/2006/relationships/image" Target="../media/image438.png"/><Relationship Id="rId26" Type="http://schemas.openxmlformats.org/officeDocument/2006/relationships/image" Target="../media/image437.png"/><Relationship Id="rId25" Type="http://schemas.openxmlformats.org/officeDocument/2006/relationships/image" Target="../media/image436.png"/><Relationship Id="rId24" Type="http://schemas.openxmlformats.org/officeDocument/2006/relationships/image" Target="../media/image435.png"/><Relationship Id="rId23" Type="http://schemas.openxmlformats.org/officeDocument/2006/relationships/image" Target="../media/image434.png"/><Relationship Id="rId22" Type="http://schemas.openxmlformats.org/officeDocument/2006/relationships/image" Target="../media/image433.png"/><Relationship Id="rId21" Type="http://schemas.openxmlformats.org/officeDocument/2006/relationships/image" Target="../media/image432.png"/><Relationship Id="rId20" Type="http://schemas.openxmlformats.org/officeDocument/2006/relationships/image" Target="../media/image431.png"/><Relationship Id="rId2" Type="http://schemas.openxmlformats.org/officeDocument/2006/relationships/image" Target="../media/image414.png"/><Relationship Id="rId19" Type="http://schemas.openxmlformats.org/officeDocument/2006/relationships/image" Target="../media/image430.png"/><Relationship Id="rId18" Type="http://schemas.openxmlformats.org/officeDocument/2006/relationships/image" Target="../media/image429.png"/><Relationship Id="rId17" Type="http://schemas.openxmlformats.org/officeDocument/2006/relationships/image" Target="../media/image428.png"/><Relationship Id="rId16" Type="http://schemas.openxmlformats.org/officeDocument/2006/relationships/image" Target="../media/image427.png"/><Relationship Id="rId15" Type="http://schemas.openxmlformats.org/officeDocument/2006/relationships/image" Target="../media/image426.png"/><Relationship Id="rId14" Type="http://schemas.openxmlformats.org/officeDocument/2006/relationships/image" Target="../media/image425.png"/><Relationship Id="rId13" Type="http://schemas.openxmlformats.org/officeDocument/2006/relationships/image" Target="../media/image424.png"/><Relationship Id="rId12" Type="http://schemas.openxmlformats.org/officeDocument/2006/relationships/image" Target="../media/image423.png"/><Relationship Id="rId11" Type="http://schemas.openxmlformats.org/officeDocument/2006/relationships/image" Target="../media/image422.png"/><Relationship Id="rId10" Type="http://schemas.openxmlformats.org/officeDocument/2006/relationships/image" Target="../media/image421.png"/><Relationship Id="rId1" Type="http://schemas.openxmlformats.org/officeDocument/2006/relationships/image" Target="../media/image413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467.jpeg"/><Relationship Id="rId4" Type="http://schemas.openxmlformats.org/officeDocument/2006/relationships/image" Target="../media/image351.png"/><Relationship Id="rId3" Type="http://schemas.openxmlformats.org/officeDocument/2006/relationships/image" Target="../media/image466.png"/><Relationship Id="rId2" Type="http://schemas.openxmlformats.org/officeDocument/2006/relationships/image" Target="../media/image465.png"/><Relationship Id="rId1" Type="http://schemas.openxmlformats.org/officeDocument/2006/relationships/image" Target="../media/image464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5.png"/><Relationship Id="rId8" Type="http://schemas.openxmlformats.org/officeDocument/2006/relationships/image" Target="../media/image474.png"/><Relationship Id="rId7" Type="http://schemas.openxmlformats.org/officeDocument/2006/relationships/image" Target="../media/image473.png"/><Relationship Id="rId6" Type="http://schemas.openxmlformats.org/officeDocument/2006/relationships/image" Target="../media/image472.png"/><Relationship Id="rId5" Type="http://schemas.openxmlformats.org/officeDocument/2006/relationships/image" Target="../media/image471.png"/><Relationship Id="rId4" Type="http://schemas.openxmlformats.org/officeDocument/2006/relationships/image" Target="../media/image470.png"/><Relationship Id="rId3" Type="http://schemas.openxmlformats.org/officeDocument/2006/relationships/image" Target="../media/image469.png"/><Relationship Id="rId2" Type="http://schemas.openxmlformats.org/officeDocument/2006/relationships/image" Target="../media/image468.png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476.jpeg"/><Relationship Id="rId1" Type="http://schemas.openxmlformats.org/officeDocument/2006/relationships/image" Target="../media/image35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77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6.png"/><Relationship Id="rId8" Type="http://schemas.openxmlformats.org/officeDocument/2006/relationships/image" Target="../media/image485.png"/><Relationship Id="rId7" Type="http://schemas.openxmlformats.org/officeDocument/2006/relationships/image" Target="../media/image484.png"/><Relationship Id="rId6" Type="http://schemas.openxmlformats.org/officeDocument/2006/relationships/image" Target="../media/image483.png"/><Relationship Id="rId5" Type="http://schemas.openxmlformats.org/officeDocument/2006/relationships/image" Target="../media/image482.png"/><Relationship Id="rId4" Type="http://schemas.openxmlformats.org/officeDocument/2006/relationships/image" Target="../media/image481.png"/><Relationship Id="rId3" Type="http://schemas.openxmlformats.org/officeDocument/2006/relationships/image" Target="../media/image480.png"/><Relationship Id="rId2" Type="http://schemas.openxmlformats.org/officeDocument/2006/relationships/image" Target="../media/image479.png"/><Relationship Id="rId18" Type="http://schemas.openxmlformats.org/officeDocument/2006/relationships/slideLayout" Target="../slideLayouts/slideLayout5.xml"/><Relationship Id="rId17" Type="http://schemas.openxmlformats.org/officeDocument/2006/relationships/image" Target="../media/image494.png"/><Relationship Id="rId16" Type="http://schemas.openxmlformats.org/officeDocument/2006/relationships/image" Target="../media/image493.png"/><Relationship Id="rId15" Type="http://schemas.openxmlformats.org/officeDocument/2006/relationships/image" Target="../media/image492.png"/><Relationship Id="rId14" Type="http://schemas.openxmlformats.org/officeDocument/2006/relationships/image" Target="../media/image491.png"/><Relationship Id="rId13" Type="http://schemas.openxmlformats.org/officeDocument/2006/relationships/image" Target="../media/image490.png"/><Relationship Id="rId12" Type="http://schemas.openxmlformats.org/officeDocument/2006/relationships/image" Target="../media/image489.png"/><Relationship Id="rId11" Type="http://schemas.openxmlformats.org/officeDocument/2006/relationships/image" Target="../media/image488.png"/><Relationship Id="rId10" Type="http://schemas.openxmlformats.org/officeDocument/2006/relationships/image" Target="../media/image487.png"/><Relationship Id="rId1" Type="http://schemas.openxmlformats.org/officeDocument/2006/relationships/image" Target="../media/image478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496.jpeg"/><Relationship Id="rId2" Type="http://schemas.openxmlformats.org/officeDocument/2006/relationships/image" Target="../media/image495.jpeg"/><Relationship Id="rId1" Type="http://schemas.openxmlformats.org/officeDocument/2006/relationships/image" Target="../media/image47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97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5.png"/><Relationship Id="rId8" Type="http://schemas.openxmlformats.org/officeDocument/2006/relationships/image" Target="../media/image504.png"/><Relationship Id="rId7" Type="http://schemas.openxmlformats.org/officeDocument/2006/relationships/image" Target="../media/image503.png"/><Relationship Id="rId6" Type="http://schemas.openxmlformats.org/officeDocument/2006/relationships/image" Target="../media/image502.png"/><Relationship Id="rId5" Type="http://schemas.openxmlformats.org/officeDocument/2006/relationships/image" Target="../media/image481.png"/><Relationship Id="rId4" Type="http://schemas.openxmlformats.org/officeDocument/2006/relationships/image" Target="../media/image501.png"/><Relationship Id="rId3" Type="http://schemas.openxmlformats.org/officeDocument/2006/relationships/image" Target="../media/image500.png"/><Relationship Id="rId23" Type="http://schemas.openxmlformats.org/officeDocument/2006/relationships/slideLayout" Target="../slideLayouts/slideLayout4.xml"/><Relationship Id="rId22" Type="http://schemas.openxmlformats.org/officeDocument/2006/relationships/image" Target="../media/image518.png"/><Relationship Id="rId21" Type="http://schemas.openxmlformats.org/officeDocument/2006/relationships/image" Target="../media/image517.png"/><Relationship Id="rId20" Type="http://schemas.openxmlformats.org/officeDocument/2006/relationships/image" Target="../media/image516.png"/><Relationship Id="rId2" Type="http://schemas.openxmlformats.org/officeDocument/2006/relationships/image" Target="../media/image499.png"/><Relationship Id="rId19" Type="http://schemas.openxmlformats.org/officeDocument/2006/relationships/image" Target="../media/image515.png"/><Relationship Id="rId18" Type="http://schemas.openxmlformats.org/officeDocument/2006/relationships/image" Target="../media/image514.png"/><Relationship Id="rId17" Type="http://schemas.openxmlformats.org/officeDocument/2006/relationships/image" Target="../media/image513.png"/><Relationship Id="rId16" Type="http://schemas.openxmlformats.org/officeDocument/2006/relationships/image" Target="../media/image512.png"/><Relationship Id="rId15" Type="http://schemas.openxmlformats.org/officeDocument/2006/relationships/image" Target="../media/image511.png"/><Relationship Id="rId14" Type="http://schemas.openxmlformats.org/officeDocument/2006/relationships/image" Target="../media/image510.png"/><Relationship Id="rId13" Type="http://schemas.openxmlformats.org/officeDocument/2006/relationships/image" Target="../media/image509.png"/><Relationship Id="rId12" Type="http://schemas.openxmlformats.org/officeDocument/2006/relationships/image" Target="../media/image508.png"/><Relationship Id="rId11" Type="http://schemas.openxmlformats.org/officeDocument/2006/relationships/image" Target="../media/image507.png"/><Relationship Id="rId10" Type="http://schemas.openxmlformats.org/officeDocument/2006/relationships/image" Target="../media/image506.png"/><Relationship Id="rId1" Type="http://schemas.openxmlformats.org/officeDocument/2006/relationships/image" Target="../media/image498.pn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7.png"/><Relationship Id="rId8" Type="http://schemas.openxmlformats.org/officeDocument/2006/relationships/image" Target="../media/image526.png"/><Relationship Id="rId7" Type="http://schemas.openxmlformats.org/officeDocument/2006/relationships/image" Target="../media/image525.png"/><Relationship Id="rId6" Type="http://schemas.openxmlformats.org/officeDocument/2006/relationships/image" Target="../media/image524.png"/><Relationship Id="rId5" Type="http://schemas.openxmlformats.org/officeDocument/2006/relationships/image" Target="../media/image523.png"/><Relationship Id="rId4" Type="http://schemas.openxmlformats.org/officeDocument/2006/relationships/image" Target="../media/image522.png"/><Relationship Id="rId3" Type="http://schemas.openxmlformats.org/officeDocument/2006/relationships/image" Target="../media/image521.png"/><Relationship Id="rId2" Type="http://schemas.openxmlformats.org/officeDocument/2006/relationships/image" Target="../media/image520.png"/><Relationship Id="rId16" Type="http://schemas.openxmlformats.org/officeDocument/2006/relationships/slideLayout" Target="../slideLayouts/slideLayout5.xml"/><Relationship Id="rId15" Type="http://schemas.openxmlformats.org/officeDocument/2006/relationships/image" Target="../media/image533.png"/><Relationship Id="rId14" Type="http://schemas.openxmlformats.org/officeDocument/2006/relationships/image" Target="../media/image532.png"/><Relationship Id="rId13" Type="http://schemas.openxmlformats.org/officeDocument/2006/relationships/image" Target="../media/image531.png"/><Relationship Id="rId12" Type="http://schemas.openxmlformats.org/officeDocument/2006/relationships/image" Target="../media/image530.png"/><Relationship Id="rId11" Type="http://schemas.openxmlformats.org/officeDocument/2006/relationships/image" Target="../media/image529.png"/><Relationship Id="rId10" Type="http://schemas.openxmlformats.org/officeDocument/2006/relationships/image" Target="../media/image528.png"/><Relationship Id="rId1" Type="http://schemas.openxmlformats.org/officeDocument/2006/relationships/image" Target="../media/image519.jpe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539.png"/><Relationship Id="rId6" Type="http://schemas.openxmlformats.org/officeDocument/2006/relationships/image" Target="../media/image538.png"/><Relationship Id="rId5" Type="http://schemas.openxmlformats.org/officeDocument/2006/relationships/image" Target="../media/image537.png"/><Relationship Id="rId4" Type="http://schemas.openxmlformats.org/officeDocument/2006/relationships/image" Target="../media/image536.png"/><Relationship Id="rId3" Type="http://schemas.openxmlformats.org/officeDocument/2006/relationships/image" Target="../media/image535.png"/><Relationship Id="rId2" Type="http://schemas.openxmlformats.org/officeDocument/2006/relationships/image" Target="../media/image534.png"/><Relationship Id="rId1" Type="http://schemas.openxmlformats.org/officeDocument/2006/relationships/image" Target="../media/image533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8.png"/><Relationship Id="rId8" Type="http://schemas.openxmlformats.org/officeDocument/2006/relationships/image" Target="../media/image547.png"/><Relationship Id="rId7" Type="http://schemas.openxmlformats.org/officeDocument/2006/relationships/image" Target="../media/image546.png"/><Relationship Id="rId6" Type="http://schemas.openxmlformats.org/officeDocument/2006/relationships/image" Target="../media/image545.png"/><Relationship Id="rId5" Type="http://schemas.openxmlformats.org/officeDocument/2006/relationships/image" Target="../media/image544.png"/><Relationship Id="rId4" Type="http://schemas.openxmlformats.org/officeDocument/2006/relationships/image" Target="../media/image543.png"/><Relationship Id="rId3" Type="http://schemas.openxmlformats.org/officeDocument/2006/relationships/image" Target="../media/image542.png"/><Relationship Id="rId2" Type="http://schemas.openxmlformats.org/officeDocument/2006/relationships/image" Target="../media/image541.png"/><Relationship Id="rId19" Type="http://schemas.openxmlformats.org/officeDocument/2006/relationships/slideLayout" Target="../slideLayouts/slideLayout5.xml"/><Relationship Id="rId18" Type="http://schemas.openxmlformats.org/officeDocument/2006/relationships/image" Target="../media/image533.png"/><Relationship Id="rId17" Type="http://schemas.openxmlformats.org/officeDocument/2006/relationships/image" Target="../media/image556.png"/><Relationship Id="rId16" Type="http://schemas.openxmlformats.org/officeDocument/2006/relationships/image" Target="../media/image555.png"/><Relationship Id="rId15" Type="http://schemas.openxmlformats.org/officeDocument/2006/relationships/image" Target="../media/image554.png"/><Relationship Id="rId14" Type="http://schemas.openxmlformats.org/officeDocument/2006/relationships/image" Target="../media/image553.png"/><Relationship Id="rId13" Type="http://schemas.openxmlformats.org/officeDocument/2006/relationships/image" Target="../media/image552.png"/><Relationship Id="rId12" Type="http://schemas.openxmlformats.org/officeDocument/2006/relationships/image" Target="../media/image551.png"/><Relationship Id="rId11" Type="http://schemas.openxmlformats.org/officeDocument/2006/relationships/image" Target="../media/image550.png"/><Relationship Id="rId10" Type="http://schemas.openxmlformats.org/officeDocument/2006/relationships/image" Target="../media/image549.png"/><Relationship Id="rId1" Type="http://schemas.openxmlformats.org/officeDocument/2006/relationships/image" Target="../media/image540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image" Target="../media/image533.png"/><Relationship Id="rId7" Type="http://schemas.openxmlformats.org/officeDocument/2006/relationships/image" Target="../media/image562.png"/><Relationship Id="rId6" Type="http://schemas.openxmlformats.org/officeDocument/2006/relationships/image" Target="../media/image561.png"/><Relationship Id="rId5" Type="http://schemas.openxmlformats.org/officeDocument/2006/relationships/image" Target="../media/image560.png"/><Relationship Id="rId4" Type="http://schemas.openxmlformats.org/officeDocument/2006/relationships/image" Target="../media/image536.png"/><Relationship Id="rId3" Type="http://schemas.openxmlformats.org/officeDocument/2006/relationships/image" Target="../media/image559.png"/><Relationship Id="rId2" Type="http://schemas.openxmlformats.org/officeDocument/2006/relationships/image" Target="../media/image558.png"/><Relationship Id="rId1" Type="http://schemas.openxmlformats.org/officeDocument/2006/relationships/image" Target="../media/image55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63.png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569.png"/><Relationship Id="rId5" Type="http://schemas.openxmlformats.org/officeDocument/2006/relationships/image" Target="../media/image568.png"/><Relationship Id="rId4" Type="http://schemas.openxmlformats.org/officeDocument/2006/relationships/image" Target="../media/image567.png"/><Relationship Id="rId3" Type="http://schemas.openxmlformats.org/officeDocument/2006/relationships/image" Target="../media/image566.png"/><Relationship Id="rId2" Type="http://schemas.openxmlformats.org/officeDocument/2006/relationships/image" Target="../media/image565.png"/><Relationship Id="rId1" Type="http://schemas.openxmlformats.org/officeDocument/2006/relationships/image" Target="../media/image56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0.jpe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6.png"/><Relationship Id="rId8" Type="http://schemas.openxmlformats.org/officeDocument/2006/relationships/image" Target="../media/image576.png"/><Relationship Id="rId7" Type="http://schemas.openxmlformats.org/officeDocument/2006/relationships/image" Target="../media/image575.png"/><Relationship Id="rId6" Type="http://schemas.openxmlformats.org/officeDocument/2006/relationships/image" Target="../media/image84.png"/><Relationship Id="rId5" Type="http://schemas.openxmlformats.org/officeDocument/2006/relationships/image" Target="../media/image574.png"/><Relationship Id="rId4" Type="http://schemas.openxmlformats.org/officeDocument/2006/relationships/image" Target="../media/image573.png"/><Relationship Id="rId3" Type="http://schemas.openxmlformats.org/officeDocument/2006/relationships/image" Target="../media/image80.png"/><Relationship Id="rId23" Type="http://schemas.openxmlformats.org/officeDocument/2006/relationships/slideLayout" Target="../slideLayouts/slideLayout5.xml"/><Relationship Id="rId22" Type="http://schemas.openxmlformats.org/officeDocument/2006/relationships/image" Target="../media/image586.png"/><Relationship Id="rId21" Type="http://schemas.openxmlformats.org/officeDocument/2006/relationships/image" Target="../media/image374.png"/><Relationship Id="rId20" Type="http://schemas.openxmlformats.org/officeDocument/2006/relationships/image" Target="../media/image585.png"/><Relationship Id="rId2" Type="http://schemas.openxmlformats.org/officeDocument/2006/relationships/image" Target="../media/image572.png"/><Relationship Id="rId19" Type="http://schemas.openxmlformats.org/officeDocument/2006/relationships/image" Target="../media/image584.png"/><Relationship Id="rId18" Type="http://schemas.openxmlformats.org/officeDocument/2006/relationships/image" Target="../media/image583.png"/><Relationship Id="rId17" Type="http://schemas.openxmlformats.org/officeDocument/2006/relationships/image" Target="../media/image78.png"/><Relationship Id="rId16" Type="http://schemas.openxmlformats.org/officeDocument/2006/relationships/image" Target="../media/image582.png"/><Relationship Id="rId15" Type="http://schemas.openxmlformats.org/officeDocument/2006/relationships/image" Target="../media/image581.png"/><Relationship Id="rId14" Type="http://schemas.openxmlformats.org/officeDocument/2006/relationships/image" Target="../media/image580.png"/><Relationship Id="rId13" Type="http://schemas.openxmlformats.org/officeDocument/2006/relationships/image" Target="../media/image579.png"/><Relationship Id="rId12" Type="http://schemas.openxmlformats.org/officeDocument/2006/relationships/image" Target="../media/image578.png"/><Relationship Id="rId11" Type="http://schemas.openxmlformats.org/officeDocument/2006/relationships/image" Target="../media/image88.png"/><Relationship Id="rId10" Type="http://schemas.openxmlformats.org/officeDocument/2006/relationships/image" Target="../media/image577.png"/><Relationship Id="rId1" Type="http://schemas.openxmlformats.org/officeDocument/2006/relationships/image" Target="../media/image571.png"/></Relationships>
</file>

<file path=ppt/slides/_rels/slide5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592.jpeg"/><Relationship Id="rId5" Type="http://schemas.openxmlformats.org/officeDocument/2006/relationships/image" Target="../media/image591.png"/><Relationship Id="rId4" Type="http://schemas.openxmlformats.org/officeDocument/2006/relationships/image" Target="../media/image590.png"/><Relationship Id="rId3" Type="http://schemas.openxmlformats.org/officeDocument/2006/relationships/image" Target="../media/image589.png"/><Relationship Id="rId2" Type="http://schemas.openxmlformats.org/officeDocument/2006/relationships/image" Target="../media/image588.png"/><Relationship Id="rId1" Type="http://schemas.openxmlformats.org/officeDocument/2006/relationships/image" Target="../media/image5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170" dirty="0">
                <a:latin typeface="微软雅黑"/>
                <a:cs typeface="微软雅黑"/>
              </a:rPr>
              <a:t>中国制造网搜索机制</a:t>
            </a:r>
            <a:endParaRPr sz="6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927" y="3934714"/>
            <a:ext cx="2957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40" dirty="0">
                <a:solidFill>
                  <a:srgbClr val="FFFFFF"/>
                </a:solidFill>
                <a:latin typeface="微软雅黑"/>
                <a:cs typeface="微软雅黑"/>
              </a:rPr>
              <a:t>中国制造网官方出品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969" y="779525"/>
            <a:ext cx="75571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215" dirty="0">
                <a:latin typeface="微软雅黑"/>
                <a:cs typeface="微软雅黑"/>
              </a:rPr>
              <a:t>搜索是供应商最关注的问题之一</a:t>
            </a:r>
            <a:endParaRPr sz="4000">
              <a:latin typeface="微软雅黑"/>
              <a:cs typeface="微软雅黑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466722" y="3194557"/>
            <a:ext cx="3129280" cy="342900"/>
            <a:chOff x="1466722" y="3194557"/>
            <a:chExt cx="3129280" cy="342900"/>
          </a:xfrm>
        </p:grpSpPr>
        <p:pic>
          <p:nvPicPr>
            <p:cNvPr id="7" name="object 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466722" y="3194557"/>
              <a:ext cx="786841" cy="3429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1232" y="3194557"/>
              <a:ext cx="2604643" cy="34290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6722" y="4414139"/>
            <a:ext cx="4952492" cy="34290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466722" y="5023434"/>
            <a:ext cx="4431030" cy="343535"/>
            <a:chOff x="1466722" y="5023434"/>
            <a:chExt cx="4431030" cy="34353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6722" y="5023434"/>
              <a:ext cx="524865" cy="3432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9104" y="5023434"/>
              <a:ext cx="4168394" cy="343204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466722" y="2584957"/>
            <a:ext cx="4692015" cy="362585"/>
            <a:chOff x="1466722" y="2584957"/>
            <a:chExt cx="4692015" cy="36258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66722" y="2584957"/>
              <a:ext cx="4691507" cy="3429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48655" y="2735115"/>
              <a:ext cx="202953" cy="212220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1466722" y="3631691"/>
            <a:ext cx="5589905" cy="516255"/>
            <a:chOff x="1466722" y="3631691"/>
            <a:chExt cx="5589905" cy="51625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66722" y="3804538"/>
              <a:ext cx="5473700" cy="3429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73239" y="3852671"/>
              <a:ext cx="182879" cy="17830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35624" y="3631691"/>
              <a:ext cx="179831" cy="15392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111097" y="2585974"/>
            <a:ext cx="21590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EB5F74"/>
                </a:solidFill>
                <a:latin typeface="Wingdings" panose="05000000000000000000"/>
                <a:cs typeface="Wingdings" panose="05000000000000000000"/>
              </a:rPr>
              <a:t></a:t>
            </a:r>
            <a:endParaRPr sz="20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200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0" dirty="0">
                <a:solidFill>
                  <a:srgbClr val="EB5F74"/>
                </a:solidFill>
                <a:latin typeface="Wingdings" panose="05000000000000000000"/>
                <a:cs typeface="Wingdings" panose="05000000000000000000"/>
              </a:rPr>
              <a:t></a:t>
            </a:r>
            <a:endParaRPr sz="20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200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EB5F74"/>
                </a:solidFill>
                <a:latin typeface="Wingdings" panose="05000000000000000000"/>
                <a:cs typeface="Wingdings" panose="05000000000000000000"/>
              </a:rPr>
              <a:t></a:t>
            </a:r>
            <a:endParaRPr sz="20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200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EB5F74"/>
                </a:solidFill>
                <a:latin typeface="Wingdings" panose="05000000000000000000"/>
                <a:cs typeface="Wingdings" panose="05000000000000000000"/>
              </a:rPr>
              <a:t></a:t>
            </a:r>
            <a:endParaRPr sz="20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200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EB5F74"/>
                </a:solidFill>
                <a:latin typeface="Wingdings" panose="05000000000000000000"/>
                <a:cs typeface="Wingdings" panose="05000000000000000000"/>
              </a:rPr>
              <a:t></a:t>
            </a:r>
            <a:endParaRPr sz="20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00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EB5F74"/>
                </a:solidFill>
                <a:latin typeface="Wingdings" panose="05000000000000000000"/>
                <a:cs typeface="Wingdings" panose="05000000000000000000"/>
              </a:rPr>
              <a:t></a:t>
            </a:r>
            <a:endParaRPr sz="2000">
              <a:latin typeface="Wingdings" panose="05000000000000000000"/>
              <a:cs typeface="Wingdings" panose="05000000000000000000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66722" y="5633618"/>
            <a:ext cx="3650741" cy="34290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220711" y="2097023"/>
            <a:ext cx="196596" cy="15392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408164" y="2686811"/>
            <a:ext cx="195071" cy="18897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906768" y="2842260"/>
            <a:ext cx="167639" cy="13258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609588" y="2339339"/>
            <a:ext cx="167639" cy="14173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262115" y="2250948"/>
            <a:ext cx="156972" cy="14782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030211" y="2429255"/>
            <a:ext cx="118872" cy="11582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808976" y="2967227"/>
            <a:ext cx="188975" cy="181356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389876" y="4146803"/>
            <a:ext cx="163068" cy="117347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682483" y="2414016"/>
            <a:ext cx="199644" cy="14782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478268" y="3166872"/>
            <a:ext cx="173735" cy="16763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292596" y="3308603"/>
            <a:ext cx="118871" cy="115824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336791" y="2702051"/>
            <a:ext cx="172212" cy="15392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664472" y="3307079"/>
            <a:ext cx="166095" cy="156972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472684" y="3361944"/>
            <a:ext cx="109727" cy="11734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600188" y="3774947"/>
            <a:ext cx="161543" cy="15392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549895" y="4593335"/>
            <a:ext cx="164592" cy="14020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123176" y="4876800"/>
            <a:ext cx="198120" cy="19354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107935" y="4437888"/>
            <a:ext cx="144780" cy="143256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179564" y="3595115"/>
            <a:ext cx="228600" cy="12344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280147" y="5298947"/>
            <a:ext cx="175259" cy="169164"/>
          </a:xfrm>
          <a:prstGeom prst="rect">
            <a:avLst/>
          </a:prstGeom>
        </p:spPr>
      </p:pic>
      <p:grpSp>
        <p:nvGrpSpPr>
          <p:cNvPr id="42" name="object 42"/>
          <p:cNvGrpSpPr/>
          <p:nvPr/>
        </p:nvGrpSpPr>
        <p:grpSpPr>
          <a:xfrm>
            <a:off x="7766304" y="1671827"/>
            <a:ext cx="3495040" cy="4658995"/>
            <a:chOff x="7766304" y="1671827"/>
            <a:chExt cx="3495040" cy="4658995"/>
          </a:xfrm>
        </p:grpSpPr>
        <p:pic>
          <p:nvPicPr>
            <p:cNvPr id="43" name="object 4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159496" y="3102863"/>
              <a:ext cx="188975" cy="20421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074152" y="2654808"/>
              <a:ext cx="240792" cy="20269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051292" y="2132076"/>
              <a:ext cx="195072" cy="18897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179308" y="1917191"/>
              <a:ext cx="3081528" cy="441350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432357" y="4442460"/>
              <a:ext cx="164526" cy="16154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039100" y="4611623"/>
              <a:ext cx="207264" cy="20269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214360" y="4189476"/>
              <a:ext cx="181356" cy="15087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818120" y="4247388"/>
              <a:ext cx="181355" cy="15544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964424" y="3918204"/>
              <a:ext cx="166116" cy="15849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789164" y="4911851"/>
              <a:ext cx="120395" cy="11887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766304" y="1728215"/>
              <a:ext cx="164592" cy="15849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833360" y="3447288"/>
              <a:ext cx="184404" cy="17526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333232" y="1671827"/>
              <a:ext cx="150875" cy="144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1486408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4087495" y="1288351"/>
            <a:ext cx="4361815" cy="2548890"/>
            <a:chOff x="4087495" y="1288351"/>
            <a:chExt cx="4361815" cy="2548890"/>
          </a:xfrm>
        </p:grpSpPr>
        <p:sp>
          <p:nvSpPr>
            <p:cNvPr id="7" name="object 7"/>
            <p:cNvSpPr/>
            <p:nvPr/>
          </p:nvSpPr>
          <p:spPr>
            <a:xfrm>
              <a:off x="4140708" y="1813559"/>
              <a:ext cx="4270375" cy="1164590"/>
            </a:xfrm>
            <a:custGeom>
              <a:avLst/>
              <a:gdLst/>
              <a:ahLst/>
              <a:cxnLst/>
              <a:rect l="l" t="t" r="r" b="b"/>
              <a:pathLst>
                <a:path w="4270375" h="1164589">
                  <a:moveTo>
                    <a:pt x="542463" y="503047"/>
                  </a:moveTo>
                  <a:lnTo>
                    <a:pt x="492632" y="503047"/>
                  </a:lnTo>
                  <a:lnTo>
                    <a:pt x="1248155" y="1164336"/>
                  </a:lnTo>
                  <a:lnTo>
                    <a:pt x="1288854" y="1117727"/>
                  </a:lnTo>
                  <a:lnTo>
                    <a:pt x="1244853" y="1117727"/>
                  </a:lnTo>
                  <a:lnTo>
                    <a:pt x="542463" y="503047"/>
                  </a:lnTo>
                  <a:close/>
                </a:path>
                <a:path w="4270375" h="1164589">
                  <a:moveTo>
                    <a:pt x="1672463" y="628014"/>
                  </a:moveTo>
                  <a:lnTo>
                    <a:pt x="1244853" y="1117727"/>
                  </a:lnTo>
                  <a:lnTo>
                    <a:pt x="1288854" y="1117727"/>
                  </a:lnTo>
                  <a:lnTo>
                    <a:pt x="1675764" y="674624"/>
                  </a:lnTo>
                  <a:lnTo>
                    <a:pt x="1725699" y="674624"/>
                  </a:lnTo>
                  <a:lnTo>
                    <a:pt x="1672463" y="628014"/>
                  </a:lnTo>
                  <a:close/>
                </a:path>
                <a:path w="4270375" h="1164589">
                  <a:moveTo>
                    <a:pt x="489203" y="456438"/>
                  </a:moveTo>
                  <a:lnTo>
                    <a:pt x="179530" y="815387"/>
                  </a:lnTo>
                  <a:lnTo>
                    <a:pt x="72700" y="937236"/>
                  </a:lnTo>
                  <a:lnTo>
                    <a:pt x="45516" y="967721"/>
                  </a:lnTo>
                  <a:lnTo>
                    <a:pt x="8397" y="1008070"/>
                  </a:lnTo>
                  <a:lnTo>
                    <a:pt x="0" y="1016126"/>
                  </a:lnTo>
                  <a:lnTo>
                    <a:pt x="19938" y="1042797"/>
                  </a:lnTo>
                  <a:lnTo>
                    <a:pt x="50328" y="1010865"/>
                  </a:lnTo>
                  <a:lnTo>
                    <a:pt x="77690" y="980357"/>
                  </a:lnTo>
                  <a:lnTo>
                    <a:pt x="149909" y="898344"/>
                  </a:lnTo>
                  <a:lnTo>
                    <a:pt x="492632" y="503047"/>
                  </a:lnTo>
                  <a:lnTo>
                    <a:pt x="542463" y="503047"/>
                  </a:lnTo>
                  <a:lnTo>
                    <a:pt x="489203" y="456438"/>
                  </a:lnTo>
                  <a:close/>
                </a:path>
                <a:path w="4270375" h="1164589">
                  <a:moveTo>
                    <a:pt x="2712354" y="269875"/>
                  </a:moveTo>
                  <a:lnTo>
                    <a:pt x="2602738" y="269875"/>
                  </a:lnTo>
                  <a:lnTo>
                    <a:pt x="3496437" y="907795"/>
                  </a:lnTo>
                  <a:lnTo>
                    <a:pt x="3537140" y="861187"/>
                  </a:lnTo>
                  <a:lnTo>
                    <a:pt x="3493135" y="861187"/>
                  </a:lnTo>
                  <a:lnTo>
                    <a:pt x="2712354" y="269875"/>
                  </a:lnTo>
                  <a:close/>
                </a:path>
                <a:path w="4270375" h="1164589">
                  <a:moveTo>
                    <a:pt x="1725699" y="674624"/>
                  </a:moveTo>
                  <a:lnTo>
                    <a:pt x="1675764" y="674624"/>
                  </a:lnTo>
                  <a:lnTo>
                    <a:pt x="1928749" y="896112"/>
                  </a:lnTo>
                  <a:lnTo>
                    <a:pt x="1978912" y="849502"/>
                  </a:lnTo>
                  <a:lnTo>
                    <a:pt x="1925446" y="849502"/>
                  </a:lnTo>
                  <a:lnTo>
                    <a:pt x="1725699" y="674624"/>
                  </a:lnTo>
                  <a:close/>
                </a:path>
                <a:path w="4270375" h="1164589">
                  <a:moveTo>
                    <a:pt x="4245228" y="0"/>
                  </a:moveTo>
                  <a:lnTo>
                    <a:pt x="3493135" y="861187"/>
                  </a:lnTo>
                  <a:lnTo>
                    <a:pt x="3537140" y="861187"/>
                  </a:lnTo>
                  <a:lnTo>
                    <a:pt x="4270247" y="21716"/>
                  </a:lnTo>
                  <a:lnTo>
                    <a:pt x="4245228" y="0"/>
                  </a:lnTo>
                  <a:close/>
                </a:path>
                <a:path w="4270375" h="1164589">
                  <a:moveTo>
                    <a:pt x="2601706" y="221154"/>
                  </a:moveTo>
                  <a:lnTo>
                    <a:pt x="2562036" y="230836"/>
                  </a:lnTo>
                  <a:lnTo>
                    <a:pt x="2527808" y="254888"/>
                  </a:lnTo>
                  <a:lnTo>
                    <a:pt x="1925446" y="849502"/>
                  </a:lnTo>
                  <a:lnTo>
                    <a:pt x="1978912" y="849502"/>
                  </a:lnTo>
                  <a:lnTo>
                    <a:pt x="2602738" y="269875"/>
                  </a:lnTo>
                  <a:lnTo>
                    <a:pt x="2712354" y="269875"/>
                  </a:lnTo>
                  <a:lnTo>
                    <a:pt x="2679318" y="244855"/>
                  </a:lnTo>
                  <a:lnTo>
                    <a:pt x="2642304" y="225831"/>
                  </a:lnTo>
                  <a:lnTo>
                    <a:pt x="2601706" y="221154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7495" y="2776981"/>
              <a:ext cx="132333" cy="12915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0062" y="2237486"/>
              <a:ext cx="130555" cy="1290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18246" y="1754377"/>
              <a:ext cx="130555" cy="1305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37887" y="1288351"/>
              <a:ext cx="2750439" cy="2548461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838198" y="4253433"/>
            <a:ext cx="9907905" cy="2016760"/>
            <a:chOff x="1838198" y="4253433"/>
            <a:chExt cx="9907905" cy="201676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38198" y="4253433"/>
              <a:ext cx="4572762" cy="11021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48832" y="4253433"/>
              <a:ext cx="2285999" cy="11021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72832" y="4253433"/>
              <a:ext cx="2286507" cy="11021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97214" y="4253433"/>
              <a:ext cx="3048380" cy="11021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38198" y="5167579"/>
              <a:ext cx="3810380" cy="11021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86579" y="5167579"/>
              <a:ext cx="3810761" cy="11021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35213" y="5167579"/>
              <a:ext cx="3810380" cy="11021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1486408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6417" y="2920364"/>
            <a:ext cx="7820659" cy="161569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003038" y="1583131"/>
            <a:ext cx="2567305" cy="733425"/>
            <a:chOff x="5003038" y="1583131"/>
            <a:chExt cx="2567305" cy="7334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03038" y="1583131"/>
              <a:ext cx="377951" cy="7333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2014" y="1583131"/>
              <a:ext cx="2377820" cy="73334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746880" y="4903978"/>
            <a:ext cx="5288915" cy="588645"/>
            <a:chOff x="3746880" y="4903978"/>
            <a:chExt cx="5288915" cy="58864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46880" y="4903978"/>
              <a:ext cx="1221181" cy="58826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1077" y="4903978"/>
              <a:ext cx="1220724" cy="5882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74894" y="4903978"/>
              <a:ext cx="3660775" cy="5882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1486408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5736" y="3080892"/>
            <a:ext cx="7820659" cy="16160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4340" y="1761998"/>
            <a:ext cx="4397121" cy="73304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276600" y="5064252"/>
            <a:ext cx="6508115" cy="588645"/>
            <a:chOff x="3276600" y="5064252"/>
            <a:chExt cx="6508115" cy="58864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6600" y="5064252"/>
              <a:ext cx="1628013" cy="58856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97577" y="5064252"/>
              <a:ext cx="5287137" cy="5885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1486408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9415" y="3114801"/>
            <a:ext cx="5586222" cy="161569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040123" y="1867789"/>
            <a:ext cx="4076065" cy="733425"/>
            <a:chOff x="4040123" y="1867789"/>
            <a:chExt cx="4076065" cy="7334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40123" y="1867789"/>
              <a:ext cx="633984" cy="7330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7115" y="1867789"/>
              <a:ext cx="3759072" cy="733043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15967" y="5021275"/>
            <a:ext cx="3662553" cy="588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1486408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669414" y="1614246"/>
            <a:ext cx="8836025" cy="4122420"/>
            <a:chOff x="1669414" y="1614246"/>
            <a:chExt cx="8836025" cy="4122420"/>
          </a:xfrm>
        </p:grpSpPr>
        <p:sp>
          <p:nvSpPr>
            <p:cNvPr id="7" name="object 7"/>
            <p:cNvSpPr/>
            <p:nvPr/>
          </p:nvSpPr>
          <p:spPr>
            <a:xfrm>
              <a:off x="3780282" y="1928622"/>
              <a:ext cx="3796665" cy="3794760"/>
            </a:xfrm>
            <a:custGeom>
              <a:avLst/>
              <a:gdLst/>
              <a:ahLst/>
              <a:cxnLst/>
              <a:rect l="l" t="t" r="r" b="b"/>
              <a:pathLst>
                <a:path w="3796665" h="3794760">
                  <a:moveTo>
                    <a:pt x="3796284" y="1897379"/>
                  </a:moveTo>
                  <a:lnTo>
                    <a:pt x="3795682" y="1849159"/>
                  </a:lnTo>
                  <a:lnTo>
                    <a:pt x="3793889" y="1801235"/>
                  </a:lnTo>
                  <a:lnTo>
                    <a:pt x="3790916" y="1753621"/>
                  </a:lnTo>
                  <a:lnTo>
                    <a:pt x="3786780" y="1706331"/>
                  </a:lnTo>
                  <a:lnTo>
                    <a:pt x="3781493" y="1659380"/>
                  </a:lnTo>
                  <a:lnTo>
                    <a:pt x="3775071" y="1612781"/>
                  </a:lnTo>
                  <a:lnTo>
                    <a:pt x="3767527" y="1566550"/>
                  </a:lnTo>
                  <a:lnTo>
                    <a:pt x="3758876" y="1520700"/>
                  </a:lnTo>
                  <a:lnTo>
                    <a:pt x="3749132" y="1475245"/>
                  </a:lnTo>
                  <a:lnTo>
                    <a:pt x="3738309" y="1430201"/>
                  </a:lnTo>
                  <a:lnTo>
                    <a:pt x="3726421" y="1385580"/>
                  </a:lnTo>
                  <a:lnTo>
                    <a:pt x="3713484" y="1341397"/>
                  </a:lnTo>
                  <a:lnTo>
                    <a:pt x="3699510" y="1297667"/>
                  </a:lnTo>
                  <a:lnTo>
                    <a:pt x="3684514" y="1254404"/>
                  </a:lnTo>
                  <a:lnTo>
                    <a:pt x="3668510" y="1211621"/>
                  </a:lnTo>
                  <a:lnTo>
                    <a:pt x="3651513" y="1169334"/>
                  </a:lnTo>
                  <a:lnTo>
                    <a:pt x="3633537" y="1127555"/>
                  </a:lnTo>
                  <a:lnTo>
                    <a:pt x="3614596" y="1086301"/>
                  </a:lnTo>
                  <a:lnTo>
                    <a:pt x="3594704" y="1045584"/>
                  </a:lnTo>
                  <a:lnTo>
                    <a:pt x="3573875" y="1005419"/>
                  </a:lnTo>
                  <a:lnTo>
                    <a:pt x="3552125" y="965821"/>
                  </a:lnTo>
                  <a:lnTo>
                    <a:pt x="3529466" y="926802"/>
                  </a:lnTo>
                  <a:lnTo>
                    <a:pt x="3505913" y="888379"/>
                  </a:lnTo>
                  <a:lnTo>
                    <a:pt x="3481482" y="850564"/>
                  </a:lnTo>
                  <a:lnTo>
                    <a:pt x="3456184" y="813373"/>
                  </a:lnTo>
                  <a:lnTo>
                    <a:pt x="3430036" y="776819"/>
                  </a:lnTo>
                  <a:lnTo>
                    <a:pt x="3403051" y="740916"/>
                  </a:lnTo>
                  <a:lnTo>
                    <a:pt x="3375243" y="705680"/>
                  </a:lnTo>
                  <a:lnTo>
                    <a:pt x="3346627" y="671123"/>
                  </a:lnTo>
                  <a:lnTo>
                    <a:pt x="3317216" y="637261"/>
                  </a:lnTo>
                  <a:lnTo>
                    <a:pt x="3287026" y="604107"/>
                  </a:lnTo>
                  <a:lnTo>
                    <a:pt x="3256070" y="571676"/>
                  </a:lnTo>
                  <a:lnTo>
                    <a:pt x="3224363" y="539982"/>
                  </a:lnTo>
                  <a:lnTo>
                    <a:pt x="3191918" y="509038"/>
                  </a:lnTo>
                  <a:lnTo>
                    <a:pt x="3158750" y="478861"/>
                  </a:lnTo>
                  <a:lnTo>
                    <a:pt x="3124874" y="449463"/>
                  </a:lnTo>
                  <a:lnTo>
                    <a:pt x="3090303" y="420859"/>
                  </a:lnTo>
                  <a:lnTo>
                    <a:pt x="3055052" y="393063"/>
                  </a:lnTo>
                  <a:lnTo>
                    <a:pt x="3019135" y="366089"/>
                  </a:lnTo>
                  <a:lnTo>
                    <a:pt x="2982566" y="339951"/>
                  </a:lnTo>
                  <a:lnTo>
                    <a:pt x="2945359" y="314665"/>
                  </a:lnTo>
                  <a:lnTo>
                    <a:pt x="2907530" y="290243"/>
                  </a:lnTo>
                  <a:lnTo>
                    <a:pt x="2869091" y="266701"/>
                  </a:lnTo>
                  <a:lnTo>
                    <a:pt x="2830057" y="244052"/>
                  </a:lnTo>
                  <a:lnTo>
                    <a:pt x="2790442" y="222311"/>
                  </a:lnTo>
                  <a:lnTo>
                    <a:pt x="2750262" y="201491"/>
                  </a:lnTo>
                  <a:lnTo>
                    <a:pt x="2709529" y="181608"/>
                  </a:lnTo>
                  <a:lnTo>
                    <a:pt x="2668258" y="162675"/>
                  </a:lnTo>
                  <a:lnTo>
                    <a:pt x="2626463" y="144707"/>
                  </a:lnTo>
                  <a:lnTo>
                    <a:pt x="2584159" y="127717"/>
                  </a:lnTo>
                  <a:lnTo>
                    <a:pt x="2541360" y="111720"/>
                  </a:lnTo>
                  <a:lnTo>
                    <a:pt x="2498079" y="96731"/>
                  </a:lnTo>
                  <a:lnTo>
                    <a:pt x="2454332" y="82763"/>
                  </a:lnTo>
                  <a:lnTo>
                    <a:pt x="2410133" y="69831"/>
                  </a:lnTo>
                  <a:lnTo>
                    <a:pt x="2365495" y="57948"/>
                  </a:lnTo>
                  <a:lnTo>
                    <a:pt x="2320433" y="47130"/>
                  </a:lnTo>
                  <a:lnTo>
                    <a:pt x="2274961" y="37390"/>
                  </a:lnTo>
                  <a:lnTo>
                    <a:pt x="2229094" y="28743"/>
                  </a:lnTo>
                  <a:lnTo>
                    <a:pt x="2182845" y="21202"/>
                  </a:lnTo>
                  <a:lnTo>
                    <a:pt x="2136229" y="14783"/>
                  </a:lnTo>
                  <a:lnTo>
                    <a:pt x="2089261" y="9499"/>
                  </a:lnTo>
                  <a:lnTo>
                    <a:pt x="2041953" y="5364"/>
                  </a:lnTo>
                  <a:lnTo>
                    <a:pt x="1994321" y="2393"/>
                  </a:lnTo>
                  <a:lnTo>
                    <a:pt x="1946379" y="600"/>
                  </a:lnTo>
                  <a:lnTo>
                    <a:pt x="1898141" y="0"/>
                  </a:lnTo>
                  <a:lnTo>
                    <a:pt x="1849904" y="600"/>
                  </a:lnTo>
                  <a:lnTo>
                    <a:pt x="1801962" y="2393"/>
                  </a:lnTo>
                  <a:lnTo>
                    <a:pt x="1754330" y="5364"/>
                  </a:lnTo>
                  <a:lnTo>
                    <a:pt x="1707022" y="9499"/>
                  </a:lnTo>
                  <a:lnTo>
                    <a:pt x="1660054" y="14783"/>
                  </a:lnTo>
                  <a:lnTo>
                    <a:pt x="1613438" y="21202"/>
                  </a:lnTo>
                  <a:lnTo>
                    <a:pt x="1567189" y="28743"/>
                  </a:lnTo>
                  <a:lnTo>
                    <a:pt x="1521322" y="37390"/>
                  </a:lnTo>
                  <a:lnTo>
                    <a:pt x="1475850" y="47130"/>
                  </a:lnTo>
                  <a:lnTo>
                    <a:pt x="1430788" y="57948"/>
                  </a:lnTo>
                  <a:lnTo>
                    <a:pt x="1386150" y="69831"/>
                  </a:lnTo>
                  <a:lnTo>
                    <a:pt x="1341951" y="82763"/>
                  </a:lnTo>
                  <a:lnTo>
                    <a:pt x="1298204" y="96731"/>
                  </a:lnTo>
                  <a:lnTo>
                    <a:pt x="1254923" y="111720"/>
                  </a:lnTo>
                  <a:lnTo>
                    <a:pt x="1212124" y="127717"/>
                  </a:lnTo>
                  <a:lnTo>
                    <a:pt x="1169820" y="144707"/>
                  </a:lnTo>
                  <a:lnTo>
                    <a:pt x="1128025" y="162675"/>
                  </a:lnTo>
                  <a:lnTo>
                    <a:pt x="1086754" y="181608"/>
                  </a:lnTo>
                  <a:lnTo>
                    <a:pt x="1046021" y="201491"/>
                  </a:lnTo>
                  <a:lnTo>
                    <a:pt x="1005841" y="222311"/>
                  </a:lnTo>
                  <a:lnTo>
                    <a:pt x="966226" y="244052"/>
                  </a:lnTo>
                  <a:lnTo>
                    <a:pt x="927192" y="266701"/>
                  </a:lnTo>
                  <a:lnTo>
                    <a:pt x="888753" y="290243"/>
                  </a:lnTo>
                  <a:lnTo>
                    <a:pt x="850924" y="314665"/>
                  </a:lnTo>
                  <a:lnTo>
                    <a:pt x="813717" y="339951"/>
                  </a:lnTo>
                  <a:lnTo>
                    <a:pt x="777148" y="366089"/>
                  </a:lnTo>
                  <a:lnTo>
                    <a:pt x="741231" y="393063"/>
                  </a:lnTo>
                  <a:lnTo>
                    <a:pt x="705980" y="420859"/>
                  </a:lnTo>
                  <a:lnTo>
                    <a:pt x="671409" y="449463"/>
                  </a:lnTo>
                  <a:lnTo>
                    <a:pt x="637533" y="478861"/>
                  </a:lnTo>
                  <a:lnTo>
                    <a:pt x="604365" y="509038"/>
                  </a:lnTo>
                  <a:lnTo>
                    <a:pt x="571920" y="539982"/>
                  </a:lnTo>
                  <a:lnTo>
                    <a:pt x="540213" y="571676"/>
                  </a:lnTo>
                  <a:lnTo>
                    <a:pt x="509257" y="604107"/>
                  </a:lnTo>
                  <a:lnTo>
                    <a:pt x="479067" y="637261"/>
                  </a:lnTo>
                  <a:lnTo>
                    <a:pt x="449656" y="671123"/>
                  </a:lnTo>
                  <a:lnTo>
                    <a:pt x="421040" y="705680"/>
                  </a:lnTo>
                  <a:lnTo>
                    <a:pt x="393232" y="740916"/>
                  </a:lnTo>
                  <a:lnTo>
                    <a:pt x="366247" y="776819"/>
                  </a:lnTo>
                  <a:lnTo>
                    <a:pt x="340099" y="813373"/>
                  </a:lnTo>
                  <a:lnTo>
                    <a:pt x="314801" y="850564"/>
                  </a:lnTo>
                  <a:lnTo>
                    <a:pt x="290370" y="888379"/>
                  </a:lnTo>
                  <a:lnTo>
                    <a:pt x="266817" y="926802"/>
                  </a:lnTo>
                  <a:lnTo>
                    <a:pt x="244158" y="965821"/>
                  </a:lnTo>
                  <a:lnTo>
                    <a:pt x="222408" y="1005419"/>
                  </a:lnTo>
                  <a:lnTo>
                    <a:pt x="201579" y="1045584"/>
                  </a:lnTo>
                  <a:lnTo>
                    <a:pt x="181687" y="1086301"/>
                  </a:lnTo>
                  <a:lnTo>
                    <a:pt x="162746" y="1127555"/>
                  </a:lnTo>
                  <a:lnTo>
                    <a:pt x="144770" y="1169334"/>
                  </a:lnTo>
                  <a:lnTo>
                    <a:pt x="127773" y="1211621"/>
                  </a:lnTo>
                  <a:lnTo>
                    <a:pt x="111769" y="1254404"/>
                  </a:lnTo>
                  <a:lnTo>
                    <a:pt x="96773" y="1297667"/>
                  </a:lnTo>
                  <a:lnTo>
                    <a:pt x="82799" y="1341397"/>
                  </a:lnTo>
                  <a:lnTo>
                    <a:pt x="69862" y="1385580"/>
                  </a:lnTo>
                  <a:lnTo>
                    <a:pt x="57974" y="1430201"/>
                  </a:lnTo>
                  <a:lnTo>
                    <a:pt x="47151" y="1475245"/>
                  </a:lnTo>
                  <a:lnTo>
                    <a:pt x="37407" y="1520700"/>
                  </a:lnTo>
                  <a:lnTo>
                    <a:pt x="28756" y="1566550"/>
                  </a:lnTo>
                  <a:lnTo>
                    <a:pt x="21212" y="1612781"/>
                  </a:lnTo>
                  <a:lnTo>
                    <a:pt x="14790" y="1659380"/>
                  </a:lnTo>
                  <a:lnTo>
                    <a:pt x="9503" y="1706331"/>
                  </a:lnTo>
                  <a:lnTo>
                    <a:pt x="5367" y="1753621"/>
                  </a:lnTo>
                  <a:lnTo>
                    <a:pt x="2394" y="1801235"/>
                  </a:lnTo>
                  <a:lnTo>
                    <a:pt x="601" y="1849159"/>
                  </a:lnTo>
                  <a:lnTo>
                    <a:pt x="0" y="1897379"/>
                  </a:lnTo>
                  <a:lnTo>
                    <a:pt x="601" y="1945600"/>
                  </a:lnTo>
                  <a:lnTo>
                    <a:pt x="2394" y="1993524"/>
                  </a:lnTo>
                  <a:lnTo>
                    <a:pt x="5367" y="2041138"/>
                  </a:lnTo>
                  <a:lnTo>
                    <a:pt x="9503" y="2088428"/>
                  </a:lnTo>
                  <a:lnTo>
                    <a:pt x="14790" y="2135379"/>
                  </a:lnTo>
                  <a:lnTo>
                    <a:pt x="21212" y="2181978"/>
                  </a:lnTo>
                  <a:lnTo>
                    <a:pt x="28756" y="2228209"/>
                  </a:lnTo>
                  <a:lnTo>
                    <a:pt x="37407" y="2274059"/>
                  </a:lnTo>
                  <a:lnTo>
                    <a:pt x="47151" y="2319514"/>
                  </a:lnTo>
                  <a:lnTo>
                    <a:pt x="57974" y="2364558"/>
                  </a:lnTo>
                  <a:lnTo>
                    <a:pt x="69862" y="2409179"/>
                  </a:lnTo>
                  <a:lnTo>
                    <a:pt x="82799" y="2453362"/>
                  </a:lnTo>
                  <a:lnTo>
                    <a:pt x="96773" y="2497092"/>
                  </a:lnTo>
                  <a:lnTo>
                    <a:pt x="111769" y="2540355"/>
                  </a:lnTo>
                  <a:lnTo>
                    <a:pt x="127773" y="2583138"/>
                  </a:lnTo>
                  <a:lnTo>
                    <a:pt x="144770" y="2625425"/>
                  </a:lnTo>
                  <a:lnTo>
                    <a:pt x="162746" y="2667204"/>
                  </a:lnTo>
                  <a:lnTo>
                    <a:pt x="181687" y="2708458"/>
                  </a:lnTo>
                  <a:lnTo>
                    <a:pt x="201579" y="2749175"/>
                  </a:lnTo>
                  <a:lnTo>
                    <a:pt x="222408" y="2789340"/>
                  </a:lnTo>
                  <a:lnTo>
                    <a:pt x="244158" y="2828938"/>
                  </a:lnTo>
                  <a:lnTo>
                    <a:pt x="266817" y="2867957"/>
                  </a:lnTo>
                  <a:lnTo>
                    <a:pt x="290370" y="2906380"/>
                  </a:lnTo>
                  <a:lnTo>
                    <a:pt x="314801" y="2944195"/>
                  </a:lnTo>
                  <a:lnTo>
                    <a:pt x="340099" y="2981386"/>
                  </a:lnTo>
                  <a:lnTo>
                    <a:pt x="366247" y="3017940"/>
                  </a:lnTo>
                  <a:lnTo>
                    <a:pt x="393232" y="3053843"/>
                  </a:lnTo>
                  <a:lnTo>
                    <a:pt x="421040" y="3089079"/>
                  </a:lnTo>
                  <a:lnTo>
                    <a:pt x="449656" y="3123636"/>
                  </a:lnTo>
                  <a:lnTo>
                    <a:pt x="479067" y="3157498"/>
                  </a:lnTo>
                  <a:lnTo>
                    <a:pt x="509257" y="3190652"/>
                  </a:lnTo>
                  <a:lnTo>
                    <a:pt x="540213" y="3223083"/>
                  </a:lnTo>
                  <a:lnTo>
                    <a:pt x="571920" y="3254777"/>
                  </a:lnTo>
                  <a:lnTo>
                    <a:pt x="604365" y="3285721"/>
                  </a:lnTo>
                  <a:lnTo>
                    <a:pt x="637533" y="3315898"/>
                  </a:lnTo>
                  <a:lnTo>
                    <a:pt x="671409" y="3345296"/>
                  </a:lnTo>
                  <a:lnTo>
                    <a:pt x="705980" y="3373900"/>
                  </a:lnTo>
                  <a:lnTo>
                    <a:pt x="741231" y="3401696"/>
                  </a:lnTo>
                  <a:lnTo>
                    <a:pt x="777148" y="3428670"/>
                  </a:lnTo>
                  <a:lnTo>
                    <a:pt x="813717" y="3454808"/>
                  </a:lnTo>
                  <a:lnTo>
                    <a:pt x="850924" y="3480094"/>
                  </a:lnTo>
                  <a:lnTo>
                    <a:pt x="888753" y="3504516"/>
                  </a:lnTo>
                  <a:lnTo>
                    <a:pt x="927192" y="3528058"/>
                  </a:lnTo>
                  <a:lnTo>
                    <a:pt x="966226" y="3550707"/>
                  </a:lnTo>
                  <a:lnTo>
                    <a:pt x="1005841" y="3572448"/>
                  </a:lnTo>
                  <a:lnTo>
                    <a:pt x="1046021" y="3593268"/>
                  </a:lnTo>
                  <a:lnTo>
                    <a:pt x="1086754" y="3613151"/>
                  </a:lnTo>
                  <a:lnTo>
                    <a:pt x="1128025" y="3632084"/>
                  </a:lnTo>
                  <a:lnTo>
                    <a:pt x="1169820" y="3650052"/>
                  </a:lnTo>
                  <a:lnTo>
                    <a:pt x="1212124" y="3667042"/>
                  </a:lnTo>
                  <a:lnTo>
                    <a:pt x="1254923" y="3683039"/>
                  </a:lnTo>
                  <a:lnTo>
                    <a:pt x="1298204" y="3698028"/>
                  </a:lnTo>
                  <a:lnTo>
                    <a:pt x="1341951" y="3711996"/>
                  </a:lnTo>
                  <a:lnTo>
                    <a:pt x="1386150" y="3724928"/>
                  </a:lnTo>
                  <a:lnTo>
                    <a:pt x="1430788" y="3736811"/>
                  </a:lnTo>
                  <a:lnTo>
                    <a:pt x="1475850" y="3747629"/>
                  </a:lnTo>
                  <a:lnTo>
                    <a:pt x="1521322" y="3757369"/>
                  </a:lnTo>
                  <a:lnTo>
                    <a:pt x="1567189" y="3766016"/>
                  </a:lnTo>
                  <a:lnTo>
                    <a:pt x="1613438" y="3773557"/>
                  </a:lnTo>
                  <a:lnTo>
                    <a:pt x="1660054" y="3779976"/>
                  </a:lnTo>
                  <a:lnTo>
                    <a:pt x="1707022" y="3785260"/>
                  </a:lnTo>
                  <a:lnTo>
                    <a:pt x="1754330" y="3789395"/>
                  </a:lnTo>
                  <a:lnTo>
                    <a:pt x="1801962" y="3792366"/>
                  </a:lnTo>
                  <a:lnTo>
                    <a:pt x="1849904" y="3794159"/>
                  </a:lnTo>
                  <a:lnTo>
                    <a:pt x="1898141" y="3794759"/>
                  </a:lnTo>
                  <a:lnTo>
                    <a:pt x="1946379" y="3794159"/>
                  </a:lnTo>
                  <a:lnTo>
                    <a:pt x="1994321" y="3792366"/>
                  </a:lnTo>
                  <a:lnTo>
                    <a:pt x="2041953" y="3789395"/>
                  </a:lnTo>
                  <a:lnTo>
                    <a:pt x="2089261" y="3785260"/>
                  </a:lnTo>
                  <a:lnTo>
                    <a:pt x="2136229" y="3779976"/>
                  </a:lnTo>
                  <a:lnTo>
                    <a:pt x="2182845" y="3773557"/>
                  </a:lnTo>
                  <a:lnTo>
                    <a:pt x="2229094" y="3766016"/>
                  </a:lnTo>
                  <a:lnTo>
                    <a:pt x="2274961" y="3757369"/>
                  </a:lnTo>
                  <a:lnTo>
                    <a:pt x="2320433" y="3747629"/>
                  </a:lnTo>
                  <a:lnTo>
                    <a:pt x="2365495" y="3736811"/>
                  </a:lnTo>
                  <a:lnTo>
                    <a:pt x="2410133" y="3724928"/>
                  </a:lnTo>
                  <a:lnTo>
                    <a:pt x="2454332" y="3711996"/>
                  </a:lnTo>
                  <a:lnTo>
                    <a:pt x="2498079" y="3698028"/>
                  </a:lnTo>
                  <a:lnTo>
                    <a:pt x="2541360" y="3683039"/>
                  </a:lnTo>
                  <a:lnTo>
                    <a:pt x="2584159" y="3667042"/>
                  </a:lnTo>
                  <a:lnTo>
                    <a:pt x="2626463" y="3650052"/>
                  </a:lnTo>
                  <a:lnTo>
                    <a:pt x="2668258" y="3632084"/>
                  </a:lnTo>
                  <a:lnTo>
                    <a:pt x="2709529" y="3613151"/>
                  </a:lnTo>
                  <a:lnTo>
                    <a:pt x="2750262" y="3593268"/>
                  </a:lnTo>
                  <a:lnTo>
                    <a:pt x="2790442" y="3572448"/>
                  </a:lnTo>
                  <a:lnTo>
                    <a:pt x="2830057" y="3550707"/>
                  </a:lnTo>
                  <a:lnTo>
                    <a:pt x="2869091" y="3528058"/>
                  </a:lnTo>
                  <a:lnTo>
                    <a:pt x="2907530" y="3504516"/>
                  </a:lnTo>
                  <a:lnTo>
                    <a:pt x="2945359" y="3480094"/>
                  </a:lnTo>
                  <a:lnTo>
                    <a:pt x="2982566" y="3454808"/>
                  </a:lnTo>
                  <a:lnTo>
                    <a:pt x="3019135" y="3428670"/>
                  </a:lnTo>
                  <a:lnTo>
                    <a:pt x="3055052" y="3401696"/>
                  </a:lnTo>
                  <a:lnTo>
                    <a:pt x="3090303" y="3373900"/>
                  </a:lnTo>
                  <a:lnTo>
                    <a:pt x="3124874" y="3345296"/>
                  </a:lnTo>
                  <a:lnTo>
                    <a:pt x="3158750" y="3315898"/>
                  </a:lnTo>
                  <a:lnTo>
                    <a:pt x="3191918" y="3285721"/>
                  </a:lnTo>
                  <a:lnTo>
                    <a:pt x="3224363" y="3254777"/>
                  </a:lnTo>
                  <a:lnTo>
                    <a:pt x="3256070" y="3223083"/>
                  </a:lnTo>
                  <a:lnTo>
                    <a:pt x="3287026" y="3190652"/>
                  </a:lnTo>
                  <a:lnTo>
                    <a:pt x="3317216" y="3157498"/>
                  </a:lnTo>
                  <a:lnTo>
                    <a:pt x="3346627" y="3123636"/>
                  </a:lnTo>
                  <a:lnTo>
                    <a:pt x="3375243" y="3089079"/>
                  </a:lnTo>
                  <a:lnTo>
                    <a:pt x="3403051" y="3053843"/>
                  </a:lnTo>
                  <a:lnTo>
                    <a:pt x="3430036" y="3017940"/>
                  </a:lnTo>
                  <a:lnTo>
                    <a:pt x="3456184" y="2981386"/>
                  </a:lnTo>
                  <a:lnTo>
                    <a:pt x="3481482" y="2944195"/>
                  </a:lnTo>
                  <a:lnTo>
                    <a:pt x="3505913" y="2906380"/>
                  </a:lnTo>
                  <a:lnTo>
                    <a:pt x="3529466" y="2867957"/>
                  </a:lnTo>
                  <a:lnTo>
                    <a:pt x="3552125" y="2828938"/>
                  </a:lnTo>
                  <a:lnTo>
                    <a:pt x="3573875" y="2789340"/>
                  </a:lnTo>
                  <a:lnTo>
                    <a:pt x="3594704" y="2749175"/>
                  </a:lnTo>
                  <a:lnTo>
                    <a:pt x="3614596" y="2708458"/>
                  </a:lnTo>
                  <a:lnTo>
                    <a:pt x="3633537" y="2667204"/>
                  </a:lnTo>
                  <a:lnTo>
                    <a:pt x="3651513" y="2625425"/>
                  </a:lnTo>
                  <a:lnTo>
                    <a:pt x="3668510" y="2583138"/>
                  </a:lnTo>
                  <a:lnTo>
                    <a:pt x="3684514" y="2540355"/>
                  </a:lnTo>
                  <a:lnTo>
                    <a:pt x="3699509" y="2497092"/>
                  </a:lnTo>
                  <a:lnTo>
                    <a:pt x="3713484" y="2453362"/>
                  </a:lnTo>
                  <a:lnTo>
                    <a:pt x="3726421" y="2409179"/>
                  </a:lnTo>
                  <a:lnTo>
                    <a:pt x="3738309" y="2364558"/>
                  </a:lnTo>
                  <a:lnTo>
                    <a:pt x="3749132" y="2319514"/>
                  </a:lnTo>
                  <a:lnTo>
                    <a:pt x="3758876" y="2274059"/>
                  </a:lnTo>
                  <a:lnTo>
                    <a:pt x="3767527" y="2228209"/>
                  </a:lnTo>
                  <a:lnTo>
                    <a:pt x="3775071" y="2181978"/>
                  </a:lnTo>
                  <a:lnTo>
                    <a:pt x="3781493" y="2135379"/>
                  </a:lnTo>
                  <a:lnTo>
                    <a:pt x="3786780" y="2088428"/>
                  </a:lnTo>
                  <a:lnTo>
                    <a:pt x="3790916" y="2041138"/>
                  </a:lnTo>
                  <a:lnTo>
                    <a:pt x="3793889" y="1993524"/>
                  </a:lnTo>
                  <a:lnTo>
                    <a:pt x="3795682" y="1945600"/>
                  </a:lnTo>
                  <a:lnTo>
                    <a:pt x="3796284" y="1897379"/>
                  </a:lnTo>
                  <a:close/>
                </a:path>
              </a:pathLst>
            </a:custGeom>
            <a:ln w="25908">
              <a:solidFill>
                <a:srgbClr val="0E132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253483" y="2401824"/>
              <a:ext cx="2845435" cy="2845435"/>
            </a:xfrm>
            <a:custGeom>
              <a:avLst/>
              <a:gdLst/>
              <a:ahLst/>
              <a:cxnLst/>
              <a:rect l="l" t="t" r="r" b="b"/>
              <a:pathLst>
                <a:path w="2845434" h="2845435">
                  <a:moveTo>
                    <a:pt x="1422653" y="0"/>
                  </a:moveTo>
                  <a:lnTo>
                    <a:pt x="1374737" y="791"/>
                  </a:lnTo>
                  <a:lnTo>
                    <a:pt x="1327216" y="3150"/>
                  </a:lnTo>
                  <a:lnTo>
                    <a:pt x="1280118" y="7050"/>
                  </a:lnTo>
                  <a:lnTo>
                    <a:pt x="1233466" y="12467"/>
                  </a:lnTo>
                  <a:lnTo>
                    <a:pt x="1187286" y="19376"/>
                  </a:lnTo>
                  <a:lnTo>
                    <a:pt x="1141602" y="27752"/>
                  </a:lnTo>
                  <a:lnTo>
                    <a:pt x="1096440" y="37571"/>
                  </a:lnTo>
                  <a:lnTo>
                    <a:pt x="1051823" y="48807"/>
                  </a:lnTo>
                  <a:lnTo>
                    <a:pt x="1007778" y="61435"/>
                  </a:lnTo>
                  <a:lnTo>
                    <a:pt x="964329" y="75431"/>
                  </a:lnTo>
                  <a:lnTo>
                    <a:pt x="921500" y="90770"/>
                  </a:lnTo>
                  <a:lnTo>
                    <a:pt x="879318" y="107426"/>
                  </a:lnTo>
                  <a:lnTo>
                    <a:pt x="837806" y="125375"/>
                  </a:lnTo>
                  <a:lnTo>
                    <a:pt x="796989" y="144593"/>
                  </a:lnTo>
                  <a:lnTo>
                    <a:pt x="756893" y="165053"/>
                  </a:lnTo>
                  <a:lnTo>
                    <a:pt x="717542" y="186732"/>
                  </a:lnTo>
                  <a:lnTo>
                    <a:pt x="678962" y="209604"/>
                  </a:lnTo>
                  <a:lnTo>
                    <a:pt x="641177" y="233645"/>
                  </a:lnTo>
                  <a:lnTo>
                    <a:pt x="604211" y="258829"/>
                  </a:lnTo>
                  <a:lnTo>
                    <a:pt x="568090" y="285132"/>
                  </a:lnTo>
                  <a:lnTo>
                    <a:pt x="532840" y="312528"/>
                  </a:lnTo>
                  <a:lnTo>
                    <a:pt x="498484" y="340994"/>
                  </a:lnTo>
                  <a:lnTo>
                    <a:pt x="465047" y="370503"/>
                  </a:lnTo>
                  <a:lnTo>
                    <a:pt x="432555" y="401032"/>
                  </a:lnTo>
                  <a:lnTo>
                    <a:pt x="401032" y="432555"/>
                  </a:lnTo>
                  <a:lnTo>
                    <a:pt x="370503" y="465047"/>
                  </a:lnTo>
                  <a:lnTo>
                    <a:pt x="340994" y="498484"/>
                  </a:lnTo>
                  <a:lnTo>
                    <a:pt x="312528" y="532840"/>
                  </a:lnTo>
                  <a:lnTo>
                    <a:pt x="285132" y="568090"/>
                  </a:lnTo>
                  <a:lnTo>
                    <a:pt x="258829" y="604211"/>
                  </a:lnTo>
                  <a:lnTo>
                    <a:pt x="233645" y="641177"/>
                  </a:lnTo>
                  <a:lnTo>
                    <a:pt x="209604" y="678962"/>
                  </a:lnTo>
                  <a:lnTo>
                    <a:pt x="186732" y="717542"/>
                  </a:lnTo>
                  <a:lnTo>
                    <a:pt x="165053" y="756893"/>
                  </a:lnTo>
                  <a:lnTo>
                    <a:pt x="144593" y="796989"/>
                  </a:lnTo>
                  <a:lnTo>
                    <a:pt x="125375" y="837806"/>
                  </a:lnTo>
                  <a:lnTo>
                    <a:pt x="107426" y="879318"/>
                  </a:lnTo>
                  <a:lnTo>
                    <a:pt x="90770" y="921500"/>
                  </a:lnTo>
                  <a:lnTo>
                    <a:pt x="75431" y="964329"/>
                  </a:lnTo>
                  <a:lnTo>
                    <a:pt x="61435" y="1007778"/>
                  </a:lnTo>
                  <a:lnTo>
                    <a:pt x="48807" y="1051823"/>
                  </a:lnTo>
                  <a:lnTo>
                    <a:pt x="37571" y="1096440"/>
                  </a:lnTo>
                  <a:lnTo>
                    <a:pt x="27752" y="1141602"/>
                  </a:lnTo>
                  <a:lnTo>
                    <a:pt x="19376" y="1187286"/>
                  </a:lnTo>
                  <a:lnTo>
                    <a:pt x="12467" y="1233466"/>
                  </a:lnTo>
                  <a:lnTo>
                    <a:pt x="7050" y="1280118"/>
                  </a:lnTo>
                  <a:lnTo>
                    <a:pt x="3150" y="1327216"/>
                  </a:lnTo>
                  <a:lnTo>
                    <a:pt x="791" y="1374737"/>
                  </a:lnTo>
                  <a:lnTo>
                    <a:pt x="0" y="1422653"/>
                  </a:lnTo>
                  <a:lnTo>
                    <a:pt x="791" y="1470570"/>
                  </a:lnTo>
                  <a:lnTo>
                    <a:pt x="3150" y="1518091"/>
                  </a:lnTo>
                  <a:lnTo>
                    <a:pt x="7050" y="1565189"/>
                  </a:lnTo>
                  <a:lnTo>
                    <a:pt x="12467" y="1611841"/>
                  </a:lnTo>
                  <a:lnTo>
                    <a:pt x="19376" y="1658021"/>
                  </a:lnTo>
                  <a:lnTo>
                    <a:pt x="27752" y="1703705"/>
                  </a:lnTo>
                  <a:lnTo>
                    <a:pt x="37571" y="1748867"/>
                  </a:lnTo>
                  <a:lnTo>
                    <a:pt x="48807" y="1793484"/>
                  </a:lnTo>
                  <a:lnTo>
                    <a:pt x="61435" y="1837529"/>
                  </a:lnTo>
                  <a:lnTo>
                    <a:pt x="75431" y="1880978"/>
                  </a:lnTo>
                  <a:lnTo>
                    <a:pt x="90770" y="1923807"/>
                  </a:lnTo>
                  <a:lnTo>
                    <a:pt x="107426" y="1965989"/>
                  </a:lnTo>
                  <a:lnTo>
                    <a:pt x="125375" y="2007501"/>
                  </a:lnTo>
                  <a:lnTo>
                    <a:pt x="144593" y="2048318"/>
                  </a:lnTo>
                  <a:lnTo>
                    <a:pt x="165053" y="2088414"/>
                  </a:lnTo>
                  <a:lnTo>
                    <a:pt x="186732" y="2127765"/>
                  </a:lnTo>
                  <a:lnTo>
                    <a:pt x="209604" y="2166345"/>
                  </a:lnTo>
                  <a:lnTo>
                    <a:pt x="233645" y="2204130"/>
                  </a:lnTo>
                  <a:lnTo>
                    <a:pt x="258829" y="2241096"/>
                  </a:lnTo>
                  <a:lnTo>
                    <a:pt x="285132" y="2277217"/>
                  </a:lnTo>
                  <a:lnTo>
                    <a:pt x="312528" y="2312467"/>
                  </a:lnTo>
                  <a:lnTo>
                    <a:pt x="340994" y="2346823"/>
                  </a:lnTo>
                  <a:lnTo>
                    <a:pt x="370503" y="2380260"/>
                  </a:lnTo>
                  <a:lnTo>
                    <a:pt x="401032" y="2412752"/>
                  </a:lnTo>
                  <a:lnTo>
                    <a:pt x="432555" y="2444275"/>
                  </a:lnTo>
                  <a:lnTo>
                    <a:pt x="465047" y="2474804"/>
                  </a:lnTo>
                  <a:lnTo>
                    <a:pt x="498484" y="2504313"/>
                  </a:lnTo>
                  <a:lnTo>
                    <a:pt x="532840" y="2532779"/>
                  </a:lnTo>
                  <a:lnTo>
                    <a:pt x="568090" y="2560175"/>
                  </a:lnTo>
                  <a:lnTo>
                    <a:pt x="604211" y="2586478"/>
                  </a:lnTo>
                  <a:lnTo>
                    <a:pt x="641177" y="2611662"/>
                  </a:lnTo>
                  <a:lnTo>
                    <a:pt x="678962" y="2635703"/>
                  </a:lnTo>
                  <a:lnTo>
                    <a:pt x="717542" y="2658575"/>
                  </a:lnTo>
                  <a:lnTo>
                    <a:pt x="756893" y="2680254"/>
                  </a:lnTo>
                  <a:lnTo>
                    <a:pt x="796989" y="2700714"/>
                  </a:lnTo>
                  <a:lnTo>
                    <a:pt x="837806" y="2719932"/>
                  </a:lnTo>
                  <a:lnTo>
                    <a:pt x="879318" y="2737881"/>
                  </a:lnTo>
                  <a:lnTo>
                    <a:pt x="921500" y="2754537"/>
                  </a:lnTo>
                  <a:lnTo>
                    <a:pt x="964329" y="2769876"/>
                  </a:lnTo>
                  <a:lnTo>
                    <a:pt x="1007778" y="2783872"/>
                  </a:lnTo>
                  <a:lnTo>
                    <a:pt x="1051823" y="2796500"/>
                  </a:lnTo>
                  <a:lnTo>
                    <a:pt x="1096440" y="2807736"/>
                  </a:lnTo>
                  <a:lnTo>
                    <a:pt x="1141602" y="2817555"/>
                  </a:lnTo>
                  <a:lnTo>
                    <a:pt x="1187286" y="2825931"/>
                  </a:lnTo>
                  <a:lnTo>
                    <a:pt x="1233466" y="2832840"/>
                  </a:lnTo>
                  <a:lnTo>
                    <a:pt x="1280118" y="2838257"/>
                  </a:lnTo>
                  <a:lnTo>
                    <a:pt x="1327216" y="2842157"/>
                  </a:lnTo>
                  <a:lnTo>
                    <a:pt x="1374737" y="2844516"/>
                  </a:lnTo>
                  <a:lnTo>
                    <a:pt x="1422653" y="2845308"/>
                  </a:lnTo>
                  <a:lnTo>
                    <a:pt x="1470570" y="2844516"/>
                  </a:lnTo>
                  <a:lnTo>
                    <a:pt x="1518091" y="2842157"/>
                  </a:lnTo>
                  <a:lnTo>
                    <a:pt x="1565189" y="2838257"/>
                  </a:lnTo>
                  <a:lnTo>
                    <a:pt x="1611841" y="2832840"/>
                  </a:lnTo>
                  <a:lnTo>
                    <a:pt x="1658021" y="2825931"/>
                  </a:lnTo>
                  <a:lnTo>
                    <a:pt x="1703705" y="2817555"/>
                  </a:lnTo>
                  <a:lnTo>
                    <a:pt x="1748867" y="2807736"/>
                  </a:lnTo>
                  <a:lnTo>
                    <a:pt x="1793484" y="2796500"/>
                  </a:lnTo>
                  <a:lnTo>
                    <a:pt x="1837529" y="2783872"/>
                  </a:lnTo>
                  <a:lnTo>
                    <a:pt x="1880978" y="2769876"/>
                  </a:lnTo>
                  <a:lnTo>
                    <a:pt x="1923807" y="2754537"/>
                  </a:lnTo>
                  <a:lnTo>
                    <a:pt x="1965989" y="2737881"/>
                  </a:lnTo>
                  <a:lnTo>
                    <a:pt x="2007501" y="2719932"/>
                  </a:lnTo>
                  <a:lnTo>
                    <a:pt x="2048318" y="2700714"/>
                  </a:lnTo>
                  <a:lnTo>
                    <a:pt x="2088414" y="2680254"/>
                  </a:lnTo>
                  <a:lnTo>
                    <a:pt x="2127765" y="2658575"/>
                  </a:lnTo>
                  <a:lnTo>
                    <a:pt x="2166345" y="2635703"/>
                  </a:lnTo>
                  <a:lnTo>
                    <a:pt x="2204130" y="2611662"/>
                  </a:lnTo>
                  <a:lnTo>
                    <a:pt x="2241096" y="2586478"/>
                  </a:lnTo>
                  <a:lnTo>
                    <a:pt x="2277217" y="2560175"/>
                  </a:lnTo>
                  <a:lnTo>
                    <a:pt x="2312467" y="2532779"/>
                  </a:lnTo>
                  <a:lnTo>
                    <a:pt x="2346823" y="2504313"/>
                  </a:lnTo>
                  <a:lnTo>
                    <a:pt x="2380260" y="2474804"/>
                  </a:lnTo>
                  <a:lnTo>
                    <a:pt x="2412752" y="2444275"/>
                  </a:lnTo>
                  <a:lnTo>
                    <a:pt x="2444275" y="2412752"/>
                  </a:lnTo>
                  <a:lnTo>
                    <a:pt x="2474804" y="2380260"/>
                  </a:lnTo>
                  <a:lnTo>
                    <a:pt x="2504313" y="2346823"/>
                  </a:lnTo>
                  <a:lnTo>
                    <a:pt x="2532779" y="2312467"/>
                  </a:lnTo>
                  <a:lnTo>
                    <a:pt x="2560175" y="2277217"/>
                  </a:lnTo>
                  <a:lnTo>
                    <a:pt x="2586478" y="2241096"/>
                  </a:lnTo>
                  <a:lnTo>
                    <a:pt x="2611662" y="2204130"/>
                  </a:lnTo>
                  <a:lnTo>
                    <a:pt x="2635703" y="2166345"/>
                  </a:lnTo>
                  <a:lnTo>
                    <a:pt x="2658575" y="2127765"/>
                  </a:lnTo>
                  <a:lnTo>
                    <a:pt x="2680254" y="2088414"/>
                  </a:lnTo>
                  <a:lnTo>
                    <a:pt x="2700714" y="2048318"/>
                  </a:lnTo>
                  <a:lnTo>
                    <a:pt x="2719932" y="2007501"/>
                  </a:lnTo>
                  <a:lnTo>
                    <a:pt x="2737881" y="1965989"/>
                  </a:lnTo>
                  <a:lnTo>
                    <a:pt x="2754537" y="1923807"/>
                  </a:lnTo>
                  <a:lnTo>
                    <a:pt x="2769876" y="1880978"/>
                  </a:lnTo>
                  <a:lnTo>
                    <a:pt x="2783872" y="1837529"/>
                  </a:lnTo>
                  <a:lnTo>
                    <a:pt x="2796500" y="1793484"/>
                  </a:lnTo>
                  <a:lnTo>
                    <a:pt x="2807736" y="1748867"/>
                  </a:lnTo>
                  <a:lnTo>
                    <a:pt x="2817555" y="1703705"/>
                  </a:lnTo>
                  <a:lnTo>
                    <a:pt x="2825931" y="1658021"/>
                  </a:lnTo>
                  <a:lnTo>
                    <a:pt x="2832840" y="1611841"/>
                  </a:lnTo>
                  <a:lnTo>
                    <a:pt x="2838257" y="1565189"/>
                  </a:lnTo>
                  <a:lnTo>
                    <a:pt x="2842157" y="1518091"/>
                  </a:lnTo>
                  <a:lnTo>
                    <a:pt x="2844516" y="1470570"/>
                  </a:lnTo>
                  <a:lnTo>
                    <a:pt x="2845308" y="1422653"/>
                  </a:lnTo>
                  <a:lnTo>
                    <a:pt x="2844516" y="1374737"/>
                  </a:lnTo>
                  <a:lnTo>
                    <a:pt x="2842157" y="1327216"/>
                  </a:lnTo>
                  <a:lnTo>
                    <a:pt x="2838257" y="1280118"/>
                  </a:lnTo>
                  <a:lnTo>
                    <a:pt x="2832840" y="1233466"/>
                  </a:lnTo>
                  <a:lnTo>
                    <a:pt x="2825931" y="1187286"/>
                  </a:lnTo>
                  <a:lnTo>
                    <a:pt x="2817555" y="1141602"/>
                  </a:lnTo>
                  <a:lnTo>
                    <a:pt x="2807736" y="1096440"/>
                  </a:lnTo>
                  <a:lnTo>
                    <a:pt x="2796500" y="1051823"/>
                  </a:lnTo>
                  <a:lnTo>
                    <a:pt x="2783872" y="1007778"/>
                  </a:lnTo>
                  <a:lnTo>
                    <a:pt x="2769876" y="964329"/>
                  </a:lnTo>
                  <a:lnTo>
                    <a:pt x="2754537" y="921500"/>
                  </a:lnTo>
                  <a:lnTo>
                    <a:pt x="2737881" y="879318"/>
                  </a:lnTo>
                  <a:lnTo>
                    <a:pt x="2719932" y="837806"/>
                  </a:lnTo>
                  <a:lnTo>
                    <a:pt x="2700714" y="796989"/>
                  </a:lnTo>
                  <a:lnTo>
                    <a:pt x="2680254" y="756893"/>
                  </a:lnTo>
                  <a:lnTo>
                    <a:pt x="2658575" y="717542"/>
                  </a:lnTo>
                  <a:lnTo>
                    <a:pt x="2635703" y="678962"/>
                  </a:lnTo>
                  <a:lnTo>
                    <a:pt x="2611662" y="641177"/>
                  </a:lnTo>
                  <a:lnTo>
                    <a:pt x="2586478" y="604211"/>
                  </a:lnTo>
                  <a:lnTo>
                    <a:pt x="2560175" y="568090"/>
                  </a:lnTo>
                  <a:lnTo>
                    <a:pt x="2532779" y="532840"/>
                  </a:lnTo>
                  <a:lnTo>
                    <a:pt x="2504313" y="498484"/>
                  </a:lnTo>
                  <a:lnTo>
                    <a:pt x="2474804" y="465047"/>
                  </a:lnTo>
                  <a:lnTo>
                    <a:pt x="2444275" y="432555"/>
                  </a:lnTo>
                  <a:lnTo>
                    <a:pt x="2412752" y="401032"/>
                  </a:lnTo>
                  <a:lnTo>
                    <a:pt x="2380260" y="370503"/>
                  </a:lnTo>
                  <a:lnTo>
                    <a:pt x="2346823" y="340994"/>
                  </a:lnTo>
                  <a:lnTo>
                    <a:pt x="2312467" y="312528"/>
                  </a:lnTo>
                  <a:lnTo>
                    <a:pt x="2277217" y="285132"/>
                  </a:lnTo>
                  <a:lnTo>
                    <a:pt x="2241096" y="258829"/>
                  </a:lnTo>
                  <a:lnTo>
                    <a:pt x="2204130" y="233645"/>
                  </a:lnTo>
                  <a:lnTo>
                    <a:pt x="2166345" y="209604"/>
                  </a:lnTo>
                  <a:lnTo>
                    <a:pt x="2127765" y="186732"/>
                  </a:lnTo>
                  <a:lnTo>
                    <a:pt x="2088414" y="165053"/>
                  </a:lnTo>
                  <a:lnTo>
                    <a:pt x="2048318" y="144593"/>
                  </a:lnTo>
                  <a:lnTo>
                    <a:pt x="2007501" y="125375"/>
                  </a:lnTo>
                  <a:lnTo>
                    <a:pt x="1965989" y="107426"/>
                  </a:lnTo>
                  <a:lnTo>
                    <a:pt x="1923807" y="90770"/>
                  </a:lnTo>
                  <a:lnTo>
                    <a:pt x="1880978" y="75431"/>
                  </a:lnTo>
                  <a:lnTo>
                    <a:pt x="1837529" y="61435"/>
                  </a:lnTo>
                  <a:lnTo>
                    <a:pt x="1793484" y="48807"/>
                  </a:lnTo>
                  <a:lnTo>
                    <a:pt x="1748867" y="37571"/>
                  </a:lnTo>
                  <a:lnTo>
                    <a:pt x="1703705" y="27752"/>
                  </a:lnTo>
                  <a:lnTo>
                    <a:pt x="1658021" y="19376"/>
                  </a:lnTo>
                  <a:lnTo>
                    <a:pt x="1611841" y="12467"/>
                  </a:lnTo>
                  <a:lnTo>
                    <a:pt x="1565189" y="7050"/>
                  </a:lnTo>
                  <a:lnTo>
                    <a:pt x="1518091" y="3150"/>
                  </a:lnTo>
                  <a:lnTo>
                    <a:pt x="1470570" y="791"/>
                  </a:lnTo>
                  <a:lnTo>
                    <a:pt x="1422653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181599" y="3322320"/>
              <a:ext cx="989330" cy="1004569"/>
            </a:xfrm>
            <a:custGeom>
              <a:avLst/>
              <a:gdLst/>
              <a:ahLst/>
              <a:cxnLst/>
              <a:rect l="l" t="t" r="r" b="b"/>
              <a:pathLst>
                <a:path w="989329" h="1004570">
                  <a:moveTo>
                    <a:pt x="865513" y="765174"/>
                  </a:moveTo>
                  <a:lnTo>
                    <a:pt x="649097" y="765174"/>
                  </a:lnTo>
                  <a:lnTo>
                    <a:pt x="850011" y="972438"/>
                  </a:lnTo>
                  <a:lnTo>
                    <a:pt x="861800" y="984117"/>
                  </a:lnTo>
                  <a:lnTo>
                    <a:pt x="875077" y="994330"/>
                  </a:lnTo>
                  <a:lnTo>
                    <a:pt x="891284" y="1001567"/>
                  </a:lnTo>
                  <a:lnTo>
                    <a:pt x="911860" y="1004315"/>
                  </a:lnTo>
                  <a:lnTo>
                    <a:pt x="936944" y="998587"/>
                  </a:lnTo>
                  <a:lnTo>
                    <a:pt x="962040" y="982392"/>
                  </a:lnTo>
                  <a:lnTo>
                    <a:pt x="981350" y="957220"/>
                  </a:lnTo>
                  <a:lnTo>
                    <a:pt x="989076" y="924559"/>
                  </a:lnTo>
                  <a:lnTo>
                    <a:pt x="986414" y="910151"/>
                  </a:lnTo>
                  <a:lnTo>
                    <a:pt x="979408" y="892730"/>
                  </a:lnTo>
                  <a:lnTo>
                    <a:pt x="969519" y="875285"/>
                  </a:lnTo>
                  <a:lnTo>
                    <a:pt x="958214" y="860805"/>
                  </a:lnTo>
                  <a:lnTo>
                    <a:pt x="865513" y="765174"/>
                  </a:lnTo>
                  <a:close/>
                </a:path>
                <a:path w="989329" h="1004570">
                  <a:moveTo>
                    <a:pt x="417322" y="0"/>
                  </a:moveTo>
                  <a:lnTo>
                    <a:pt x="368390" y="2869"/>
                  </a:lnTo>
                  <a:lnTo>
                    <a:pt x="321186" y="11245"/>
                  </a:lnTo>
                  <a:lnTo>
                    <a:pt x="276012" y="24780"/>
                  </a:lnTo>
                  <a:lnTo>
                    <a:pt x="233172" y="43125"/>
                  </a:lnTo>
                  <a:lnTo>
                    <a:pt x="192971" y="65932"/>
                  </a:lnTo>
                  <a:lnTo>
                    <a:pt x="155711" y="92852"/>
                  </a:lnTo>
                  <a:lnTo>
                    <a:pt x="121697" y="123539"/>
                  </a:lnTo>
                  <a:lnTo>
                    <a:pt x="91233" y="157642"/>
                  </a:lnTo>
                  <a:lnTo>
                    <a:pt x="64622" y="194815"/>
                  </a:lnTo>
                  <a:lnTo>
                    <a:pt x="42168" y="234709"/>
                  </a:lnTo>
                  <a:lnTo>
                    <a:pt x="24175" y="276975"/>
                  </a:lnTo>
                  <a:lnTo>
                    <a:pt x="10947" y="321266"/>
                  </a:lnTo>
                  <a:lnTo>
                    <a:pt x="2787" y="367233"/>
                  </a:lnTo>
                  <a:lnTo>
                    <a:pt x="0" y="414527"/>
                  </a:lnTo>
                  <a:lnTo>
                    <a:pt x="2431" y="461653"/>
                  </a:lnTo>
                  <a:lnTo>
                    <a:pt x="9559" y="507252"/>
                  </a:lnTo>
                  <a:lnTo>
                    <a:pt x="21138" y="551071"/>
                  </a:lnTo>
                  <a:lnTo>
                    <a:pt x="36921" y="592853"/>
                  </a:lnTo>
                  <a:lnTo>
                    <a:pt x="56660" y="632342"/>
                  </a:lnTo>
                  <a:lnTo>
                    <a:pt x="80109" y="669283"/>
                  </a:lnTo>
                  <a:lnTo>
                    <a:pt x="107020" y="703421"/>
                  </a:lnTo>
                  <a:lnTo>
                    <a:pt x="137147" y="734500"/>
                  </a:lnTo>
                  <a:lnTo>
                    <a:pt x="170242" y="762265"/>
                  </a:lnTo>
                  <a:lnTo>
                    <a:pt x="206059" y="786459"/>
                  </a:lnTo>
                  <a:lnTo>
                    <a:pt x="244351" y="806827"/>
                  </a:lnTo>
                  <a:lnTo>
                    <a:pt x="284870" y="823114"/>
                  </a:lnTo>
                  <a:lnTo>
                    <a:pt x="327369" y="835064"/>
                  </a:lnTo>
                  <a:lnTo>
                    <a:pt x="371602" y="842421"/>
                  </a:lnTo>
                  <a:lnTo>
                    <a:pt x="417322" y="844930"/>
                  </a:lnTo>
                  <a:lnTo>
                    <a:pt x="471089" y="841232"/>
                  </a:lnTo>
                  <a:lnTo>
                    <a:pt x="521145" y="830646"/>
                  </a:lnTo>
                  <a:lnTo>
                    <a:pt x="567493" y="813932"/>
                  </a:lnTo>
                  <a:lnTo>
                    <a:pt x="610142" y="791855"/>
                  </a:lnTo>
                  <a:lnTo>
                    <a:pt x="649097" y="765174"/>
                  </a:lnTo>
                  <a:lnTo>
                    <a:pt x="865513" y="765174"/>
                  </a:lnTo>
                  <a:lnTo>
                    <a:pt x="788324" y="685545"/>
                  </a:lnTo>
                  <a:lnTo>
                    <a:pt x="417322" y="685545"/>
                  </a:lnTo>
                  <a:lnTo>
                    <a:pt x="371651" y="681499"/>
                  </a:lnTo>
                  <a:lnTo>
                    <a:pt x="328026" y="669708"/>
                  </a:lnTo>
                  <a:lnTo>
                    <a:pt x="287335" y="650700"/>
                  </a:lnTo>
                  <a:lnTo>
                    <a:pt x="250466" y="625001"/>
                  </a:lnTo>
                  <a:lnTo>
                    <a:pt x="218309" y="593135"/>
                  </a:lnTo>
                  <a:lnTo>
                    <a:pt x="191751" y="555629"/>
                  </a:lnTo>
                  <a:lnTo>
                    <a:pt x="171681" y="513009"/>
                  </a:lnTo>
                  <a:lnTo>
                    <a:pt x="158987" y="465800"/>
                  </a:lnTo>
                  <a:lnTo>
                    <a:pt x="154559" y="414527"/>
                  </a:lnTo>
                  <a:lnTo>
                    <a:pt x="158987" y="367436"/>
                  </a:lnTo>
                  <a:lnTo>
                    <a:pt x="171681" y="322448"/>
                  </a:lnTo>
                  <a:lnTo>
                    <a:pt x="191751" y="280481"/>
                  </a:lnTo>
                  <a:lnTo>
                    <a:pt x="218309" y="242453"/>
                  </a:lnTo>
                  <a:lnTo>
                    <a:pt x="250466" y="209281"/>
                  </a:lnTo>
                  <a:lnTo>
                    <a:pt x="287335" y="181882"/>
                  </a:lnTo>
                  <a:lnTo>
                    <a:pt x="328026" y="161176"/>
                  </a:lnTo>
                  <a:lnTo>
                    <a:pt x="371651" y="148079"/>
                  </a:lnTo>
                  <a:lnTo>
                    <a:pt x="417322" y="143509"/>
                  </a:lnTo>
                  <a:lnTo>
                    <a:pt x="730671" y="143509"/>
                  </a:lnTo>
                  <a:lnTo>
                    <a:pt x="712835" y="123539"/>
                  </a:lnTo>
                  <a:lnTo>
                    <a:pt x="678829" y="92852"/>
                  </a:lnTo>
                  <a:lnTo>
                    <a:pt x="641579" y="65932"/>
                  </a:lnTo>
                  <a:lnTo>
                    <a:pt x="601390" y="43125"/>
                  </a:lnTo>
                  <a:lnTo>
                    <a:pt x="558566" y="24780"/>
                  </a:lnTo>
                  <a:lnTo>
                    <a:pt x="513410" y="11245"/>
                  </a:lnTo>
                  <a:lnTo>
                    <a:pt x="466227" y="2869"/>
                  </a:lnTo>
                  <a:lnTo>
                    <a:pt x="417322" y="0"/>
                  </a:lnTo>
                  <a:close/>
                </a:path>
                <a:path w="989329" h="1004570">
                  <a:moveTo>
                    <a:pt x="730671" y="143509"/>
                  </a:moveTo>
                  <a:lnTo>
                    <a:pt x="417322" y="143509"/>
                  </a:lnTo>
                  <a:lnTo>
                    <a:pt x="467002" y="148079"/>
                  </a:lnTo>
                  <a:lnTo>
                    <a:pt x="512747" y="161176"/>
                  </a:lnTo>
                  <a:lnTo>
                    <a:pt x="554049" y="181882"/>
                  </a:lnTo>
                  <a:lnTo>
                    <a:pt x="590395" y="209281"/>
                  </a:lnTo>
                  <a:lnTo>
                    <a:pt x="621278" y="242453"/>
                  </a:lnTo>
                  <a:lnTo>
                    <a:pt x="646185" y="280481"/>
                  </a:lnTo>
                  <a:lnTo>
                    <a:pt x="664607" y="322448"/>
                  </a:lnTo>
                  <a:lnTo>
                    <a:pt x="675983" y="367233"/>
                  </a:lnTo>
                  <a:lnTo>
                    <a:pt x="679958" y="414527"/>
                  </a:lnTo>
                  <a:lnTo>
                    <a:pt x="676035" y="465800"/>
                  </a:lnTo>
                  <a:lnTo>
                    <a:pt x="664607" y="513009"/>
                  </a:lnTo>
                  <a:lnTo>
                    <a:pt x="646185" y="555629"/>
                  </a:lnTo>
                  <a:lnTo>
                    <a:pt x="621278" y="593135"/>
                  </a:lnTo>
                  <a:lnTo>
                    <a:pt x="590395" y="625001"/>
                  </a:lnTo>
                  <a:lnTo>
                    <a:pt x="554049" y="650700"/>
                  </a:lnTo>
                  <a:lnTo>
                    <a:pt x="512747" y="669708"/>
                  </a:lnTo>
                  <a:lnTo>
                    <a:pt x="467002" y="681499"/>
                  </a:lnTo>
                  <a:lnTo>
                    <a:pt x="417322" y="685545"/>
                  </a:lnTo>
                  <a:lnTo>
                    <a:pt x="788324" y="685545"/>
                  </a:lnTo>
                  <a:lnTo>
                    <a:pt x="757301" y="653541"/>
                  </a:lnTo>
                  <a:lnTo>
                    <a:pt x="783131" y="613383"/>
                  </a:lnTo>
                  <a:lnTo>
                    <a:pt x="804506" y="569409"/>
                  </a:lnTo>
                  <a:lnTo>
                    <a:pt x="820687" y="521612"/>
                  </a:lnTo>
                  <a:lnTo>
                    <a:pt x="830936" y="469987"/>
                  </a:lnTo>
                  <a:lnTo>
                    <a:pt x="834516" y="414527"/>
                  </a:lnTo>
                  <a:lnTo>
                    <a:pt x="831741" y="367436"/>
                  </a:lnTo>
                  <a:lnTo>
                    <a:pt x="823570" y="321266"/>
                  </a:lnTo>
                  <a:lnTo>
                    <a:pt x="810342" y="276975"/>
                  </a:lnTo>
                  <a:lnTo>
                    <a:pt x="792351" y="234709"/>
                  </a:lnTo>
                  <a:lnTo>
                    <a:pt x="769900" y="194815"/>
                  </a:lnTo>
                  <a:lnTo>
                    <a:pt x="743293" y="157642"/>
                  </a:lnTo>
                  <a:lnTo>
                    <a:pt x="730671" y="1435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9414" y="3762120"/>
              <a:ext cx="2237232" cy="8077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91983" y="1614246"/>
              <a:ext cx="2796921" cy="8080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1983" y="4800295"/>
              <a:ext cx="1677924" cy="8077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10599" y="4800295"/>
              <a:ext cx="432816" cy="80771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27008" y="4800295"/>
              <a:ext cx="1678431" cy="8077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3467862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813155" y="3672840"/>
            <a:ext cx="1820545" cy="2482850"/>
            <a:chOff x="813155" y="3672840"/>
            <a:chExt cx="1820545" cy="2482850"/>
          </a:xfrm>
        </p:grpSpPr>
        <p:sp>
          <p:nvSpPr>
            <p:cNvPr id="7" name="object 7"/>
            <p:cNvSpPr/>
            <p:nvPr/>
          </p:nvSpPr>
          <p:spPr>
            <a:xfrm>
              <a:off x="983723" y="4516530"/>
              <a:ext cx="1470025" cy="1470025"/>
            </a:xfrm>
            <a:custGeom>
              <a:avLst/>
              <a:gdLst/>
              <a:ahLst/>
              <a:cxnLst/>
              <a:rect l="l" t="t" r="r" b="b"/>
              <a:pathLst>
                <a:path w="1470025" h="1470025">
                  <a:moveTo>
                    <a:pt x="720875" y="0"/>
                  </a:moveTo>
                  <a:lnTo>
                    <a:pt x="674938" y="2306"/>
                  </a:lnTo>
                  <a:lnTo>
                    <a:pt x="629490" y="7467"/>
                  </a:lnTo>
                  <a:lnTo>
                    <a:pt x="584653" y="15418"/>
                  </a:lnTo>
                  <a:lnTo>
                    <a:pt x="540548" y="26094"/>
                  </a:lnTo>
                  <a:lnTo>
                    <a:pt x="497297" y="39434"/>
                  </a:lnTo>
                  <a:lnTo>
                    <a:pt x="455020" y="55372"/>
                  </a:lnTo>
                  <a:lnTo>
                    <a:pt x="413840" y="73845"/>
                  </a:lnTo>
                  <a:lnTo>
                    <a:pt x="373877" y="94790"/>
                  </a:lnTo>
                  <a:lnTo>
                    <a:pt x="335254" y="118142"/>
                  </a:lnTo>
                  <a:lnTo>
                    <a:pt x="298090" y="143839"/>
                  </a:lnTo>
                  <a:lnTo>
                    <a:pt x="262508" y="171816"/>
                  </a:lnTo>
                  <a:lnTo>
                    <a:pt x="228629" y="202009"/>
                  </a:lnTo>
                  <a:lnTo>
                    <a:pt x="196574" y="234356"/>
                  </a:lnTo>
                  <a:lnTo>
                    <a:pt x="166464" y="268792"/>
                  </a:lnTo>
                  <a:lnTo>
                    <a:pt x="138422" y="305254"/>
                  </a:lnTo>
                  <a:lnTo>
                    <a:pt x="112567" y="343677"/>
                  </a:lnTo>
                  <a:lnTo>
                    <a:pt x="89022" y="383999"/>
                  </a:lnTo>
                  <a:lnTo>
                    <a:pt x="67908" y="426155"/>
                  </a:lnTo>
                  <a:lnTo>
                    <a:pt x="49346" y="470083"/>
                  </a:lnTo>
                  <a:lnTo>
                    <a:pt x="33457" y="515717"/>
                  </a:lnTo>
                  <a:lnTo>
                    <a:pt x="20552" y="562297"/>
                  </a:lnTo>
                  <a:lnTo>
                    <a:pt x="10817" y="608992"/>
                  </a:lnTo>
                  <a:lnTo>
                    <a:pt x="4189" y="655681"/>
                  </a:lnTo>
                  <a:lnTo>
                    <a:pt x="604" y="702243"/>
                  </a:lnTo>
                  <a:lnTo>
                    <a:pt x="0" y="748557"/>
                  </a:lnTo>
                  <a:lnTo>
                    <a:pt x="2311" y="794500"/>
                  </a:lnTo>
                  <a:lnTo>
                    <a:pt x="7474" y="839953"/>
                  </a:lnTo>
                  <a:lnTo>
                    <a:pt x="15427" y="884794"/>
                  </a:lnTo>
                  <a:lnTo>
                    <a:pt x="26106" y="928901"/>
                  </a:lnTo>
                  <a:lnTo>
                    <a:pt x="39446" y="972153"/>
                  </a:lnTo>
                  <a:lnTo>
                    <a:pt x="55384" y="1014430"/>
                  </a:lnTo>
                  <a:lnTo>
                    <a:pt x="73858" y="1055610"/>
                  </a:lnTo>
                  <a:lnTo>
                    <a:pt x="94803" y="1095571"/>
                  </a:lnTo>
                  <a:lnTo>
                    <a:pt x="118155" y="1134193"/>
                  </a:lnTo>
                  <a:lnTo>
                    <a:pt x="143852" y="1171355"/>
                  </a:lnTo>
                  <a:lnTo>
                    <a:pt x="171829" y="1206934"/>
                  </a:lnTo>
                  <a:lnTo>
                    <a:pt x="202023" y="1240810"/>
                  </a:lnTo>
                  <a:lnTo>
                    <a:pt x="234371" y="1272862"/>
                  </a:lnTo>
                  <a:lnTo>
                    <a:pt x="268809" y="1302968"/>
                  </a:lnTo>
                  <a:lnTo>
                    <a:pt x="305273" y="1331007"/>
                  </a:lnTo>
                  <a:lnTo>
                    <a:pt x="343700" y="1356859"/>
                  </a:lnTo>
                  <a:lnTo>
                    <a:pt x="384026" y="1380401"/>
                  </a:lnTo>
                  <a:lnTo>
                    <a:pt x="426188" y="1401512"/>
                  </a:lnTo>
                  <a:lnTo>
                    <a:pt x="470122" y="1420072"/>
                  </a:lnTo>
                  <a:lnTo>
                    <a:pt x="515765" y="1435959"/>
                  </a:lnTo>
                  <a:lnTo>
                    <a:pt x="562345" y="1448864"/>
                  </a:lnTo>
                  <a:lnTo>
                    <a:pt x="609040" y="1458599"/>
                  </a:lnTo>
                  <a:lnTo>
                    <a:pt x="655730" y="1465227"/>
                  </a:lnTo>
                  <a:lnTo>
                    <a:pt x="702292" y="1468812"/>
                  </a:lnTo>
                  <a:lnTo>
                    <a:pt x="748606" y="1469418"/>
                  </a:lnTo>
                  <a:lnTo>
                    <a:pt x="794550" y="1467107"/>
                  </a:lnTo>
                  <a:lnTo>
                    <a:pt x="840003" y="1461943"/>
                  </a:lnTo>
                  <a:lnTo>
                    <a:pt x="884844" y="1453990"/>
                  </a:lnTo>
                  <a:lnTo>
                    <a:pt x="928952" y="1443312"/>
                  </a:lnTo>
                  <a:lnTo>
                    <a:pt x="972205" y="1429972"/>
                  </a:lnTo>
                  <a:lnTo>
                    <a:pt x="1014482" y="1414033"/>
                  </a:lnTo>
                  <a:lnTo>
                    <a:pt x="1055662" y="1395559"/>
                  </a:lnTo>
                  <a:lnTo>
                    <a:pt x="1095624" y="1374613"/>
                  </a:lnTo>
                  <a:lnTo>
                    <a:pt x="1134247" y="1351260"/>
                  </a:lnTo>
                  <a:lnTo>
                    <a:pt x="1171408" y="1325562"/>
                  </a:lnTo>
                  <a:lnTo>
                    <a:pt x="1206988" y="1297583"/>
                  </a:lnTo>
                  <a:lnTo>
                    <a:pt x="1240864" y="1267387"/>
                  </a:lnTo>
                  <a:lnTo>
                    <a:pt x="1272915" y="1235036"/>
                  </a:lnTo>
                  <a:lnTo>
                    <a:pt x="1303021" y="1200596"/>
                  </a:lnTo>
                  <a:lnTo>
                    <a:pt x="1331060" y="1164129"/>
                  </a:lnTo>
                  <a:lnTo>
                    <a:pt x="1356911" y="1125698"/>
                  </a:lnTo>
                  <a:lnTo>
                    <a:pt x="1380452" y="1085368"/>
                  </a:lnTo>
                  <a:lnTo>
                    <a:pt x="1401563" y="1043201"/>
                  </a:lnTo>
                  <a:lnTo>
                    <a:pt x="1420122" y="999262"/>
                  </a:lnTo>
                  <a:lnTo>
                    <a:pt x="1436007" y="953613"/>
                  </a:lnTo>
                  <a:lnTo>
                    <a:pt x="1448909" y="907048"/>
                  </a:lnTo>
                  <a:lnTo>
                    <a:pt x="1458642" y="860366"/>
                  </a:lnTo>
                  <a:lnTo>
                    <a:pt x="1465268" y="813689"/>
                  </a:lnTo>
                  <a:lnTo>
                    <a:pt x="1468852" y="767138"/>
                  </a:lnTo>
                  <a:lnTo>
                    <a:pt x="1469456" y="720834"/>
                  </a:lnTo>
                  <a:lnTo>
                    <a:pt x="1467144" y="674899"/>
                  </a:lnTo>
                  <a:lnTo>
                    <a:pt x="1461980" y="629455"/>
                  </a:lnTo>
                  <a:lnTo>
                    <a:pt x="1454027" y="584621"/>
                  </a:lnTo>
                  <a:lnTo>
                    <a:pt x="1443349" y="540520"/>
                  </a:lnTo>
                  <a:lnTo>
                    <a:pt x="1430009" y="497273"/>
                  </a:lnTo>
                  <a:lnTo>
                    <a:pt x="1414070" y="455000"/>
                  </a:lnTo>
                  <a:lnTo>
                    <a:pt x="1395597" y="413825"/>
                  </a:lnTo>
                  <a:lnTo>
                    <a:pt x="1374652" y="373867"/>
                  </a:lnTo>
                  <a:lnTo>
                    <a:pt x="1351299" y="335248"/>
                  </a:lnTo>
                  <a:lnTo>
                    <a:pt x="1325602" y="298089"/>
                  </a:lnTo>
                  <a:lnTo>
                    <a:pt x="1297624" y="262512"/>
                  </a:lnTo>
                  <a:lnTo>
                    <a:pt x="1267429" y="228637"/>
                  </a:lnTo>
                  <a:lnTo>
                    <a:pt x="1235080" y="196587"/>
                  </a:lnTo>
                  <a:lnTo>
                    <a:pt x="1200641" y="166482"/>
                  </a:lnTo>
                  <a:lnTo>
                    <a:pt x="1164174" y="138444"/>
                  </a:lnTo>
                  <a:lnTo>
                    <a:pt x="1125744" y="112593"/>
                  </a:lnTo>
                  <a:lnTo>
                    <a:pt x="1085415" y="89053"/>
                  </a:lnTo>
                  <a:lnTo>
                    <a:pt x="1043248" y="67942"/>
                  </a:lnTo>
                  <a:lnTo>
                    <a:pt x="999309" y="49384"/>
                  </a:lnTo>
                  <a:lnTo>
                    <a:pt x="953661" y="33498"/>
                  </a:lnTo>
                  <a:lnTo>
                    <a:pt x="907095" y="20582"/>
                  </a:lnTo>
                  <a:lnTo>
                    <a:pt x="860413" y="10837"/>
                  </a:lnTo>
                  <a:lnTo>
                    <a:pt x="813734" y="4201"/>
                  </a:lnTo>
                  <a:lnTo>
                    <a:pt x="767181" y="610"/>
                  </a:lnTo>
                  <a:lnTo>
                    <a:pt x="7208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" y="4474464"/>
              <a:ext cx="1542288" cy="15422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93228" y="4515231"/>
              <a:ext cx="1460500" cy="1459865"/>
            </a:xfrm>
            <a:custGeom>
              <a:avLst/>
              <a:gdLst/>
              <a:ahLst/>
              <a:cxnLst/>
              <a:rect l="l" t="t" r="r" b="b"/>
              <a:pathLst>
                <a:path w="1460500" h="1459864">
                  <a:moveTo>
                    <a:pt x="727621" y="0"/>
                  </a:moveTo>
                  <a:lnTo>
                    <a:pt x="730034" y="729869"/>
                  </a:lnTo>
                  <a:lnTo>
                    <a:pt x="155473" y="279527"/>
                  </a:lnTo>
                  <a:lnTo>
                    <a:pt x="126506" y="319159"/>
                  </a:lnTo>
                  <a:lnTo>
                    <a:pt x="100379" y="360457"/>
                  </a:lnTo>
                  <a:lnTo>
                    <a:pt x="77147" y="403265"/>
                  </a:lnTo>
                  <a:lnTo>
                    <a:pt x="56861" y="447429"/>
                  </a:lnTo>
                  <a:lnTo>
                    <a:pt x="39574" y="492791"/>
                  </a:lnTo>
                  <a:lnTo>
                    <a:pt x="25341" y="539198"/>
                  </a:lnTo>
                  <a:lnTo>
                    <a:pt x="14214" y="586493"/>
                  </a:lnTo>
                  <a:lnTo>
                    <a:pt x="6246" y="634521"/>
                  </a:lnTo>
                  <a:lnTo>
                    <a:pt x="1490" y="683127"/>
                  </a:lnTo>
                  <a:lnTo>
                    <a:pt x="0" y="732155"/>
                  </a:lnTo>
                  <a:lnTo>
                    <a:pt x="1708" y="780142"/>
                  </a:lnTo>
                  <a:lnTo>
                    <a:pt x="6456" y="827290"/>
                  </a:lnTo>
                  <a:lnTo>
                    <a:pt x="14145" y="873503"/>
                  </a:lnTo>
                  <a:lnTo>
                    <a:pt x="24681" y="918686"/>
                  </a:lnTo>
                  <a:lnTo>
                    <a:pt x="37966" y="962742"/>
                  </a:lnTo>
                  <a:lnTo>
                    <a:pt x="53903" y="1005575"/>
                  </a:lnTo>
                  <a:lnTo>
                    <a:pt x="72397" y="1047090"/>
                  </a:lnTo>
                  <a:lnTo>
                    <a:pt x="93350" y="1087192"/>
                  </a:lnTo>
                  <a:lnTo>
                    <a:pt x="116666" y="1125783"/>
                  </a:lnTo>
                  <a:lnTo>
                    <a:pt x="142249" y="1162768"/>
                  </a:lnTo>
                  <a:lnTo>
                    <a:pt x="170002" y="1198052"/>
                  </a:lnTo>
                  <a:lnTo>
                    <a:pt x="199828" y="1231538"/>
                  </a:lnTo>
                  <a:lnTo>
                    <a:pt x="231631" y="1263132"/>
                  </a:lnTo>
                  <a:lnTo>
                    <a:pt x="265314" y="1292736"/>
                  </a:lnTo>
                  <a:lnTo>
                    <a:pt x="300781" y="1320255"/>
                  </a:lnTo>
                  <a:lnTo>
                    <a:pt x="337936" y="1345593"/>
                  </a:lnTo>
                  <a:lnTo>
                    <a:pt x="376681" y="1368654"/>
                  </a:lnTo>
                  <a:lnTo>
                    <a:pt x="416920" y="1389343"/>
                  </a:lnTo>
                  <a:lnTo>
                    <a:pt x="458556" y="1407564"/>
                  </a:lnTo>
                  <a:lnTo>
                    <a:pt x="501494" y="1423221"/>
                  </a:lnTo>
                  <a:lnTo>
                    <a:pt x="545637" y="1436217"/>
                  </a:lnTo>
                  <a:lnTo>
                    <a:pt x="590887" y="1446458"/>
                  </a:lnTo>
                  <a:lnTo>
                    <a:pt x="637148" y="1453847"/>
                  </a:lnTo>
                  <a:lnTo>
                    <a:pt x="684325" y="1458289"/>
                  </a:lnTo>
                  <a:lnTo>
                    <a:pt x="732320" y="1459687"/>
                  </a:lnTo>
                  <a:lnTo>
                    <a:pt x="780319" y="1457979"/>
                  </a:lnTo>
                  <a:lnTo>
                    <a:pt x="827478" y="1453232"/>
                  </a:lnTo>
                  <a:lnTo>
                    <a:pt x="873703" y="1445545"/>
                  </a:lnTo>
                  <a:lnTo>
                    <a:pt x="918896" y="1435012"/>
                  </a:lnTo>
                  <a:lnTo>
                    <a:pt x="962962" y="1421731"/>
                  </a:lnTo>
                  <a:lnTo>
                    <a:pt x="1005805" y="1405798"/>
                  </a:lnTo>
                  <a:lnTo>
                    <a:pt x="1047329" y="1387309"/>
                  </a:lnTo>
                  <a:lnTo>
                    <a:pt x="1087439" y="1366360"/>
                  </a:lnTo>
                  <a:lnTo>
                    <a:pt x="1126039" y="1343049"/>
                  </a:lnTo>
                  <a:lnTo>
                    <a:pt x="1163032" y="1317472"/>
                  </a:lnTo>
                  <a:lnTo>
                    <a:pt x="1198324" y="1289725"/>
                  </a:lnTo>
                  <a:lnTo>
                    <a:pt x="1231818" y="1259905"/>
                  </a:lnTo>
                  <a:lnTo>
                    <a:pt x="1263418" y="1228107"/>
                  </a:lnTo>
                  <a:lnTo>
                    <a:pt x="1293028" y="1194430"/>
                  </a:lnTo>
                  <a:lnTo>
                    <a:pt x="1320553" y="1158968"/>
                  </a:lnTo>
                  <a:lnTo>
                    <a:pt x="1345897" y="1121819"/>
                  </a:lnTo>
                  <a:lnTo>
                    <a:pt x="1368964" y="1083079"/>
                  </a:lnTo>
                  <a:lnTo>
                    <a:pt x="1389658" y="1042844"/>
                  </a:lnTo>
                  <a:lnTo>
                    <a:pt x="1407884" y="1001211"/>
                  </a:lnTo>
                  <a:lnTo>
                    <a:pt x="1423545" y="958276"/>
                  </a:lnTo>
                  <a:lnTo>
                    <a:pt x="1436546" y="914137"/>
                  </a:lnTo>
                  <a:lnTo>
                    <a:pt x="1446791" y="868888"/>
                  </a:lnTo>
                  <a:lnTo>
                    <a:pt x="1454183" y="822628"/>
                  </a:lnTo>
                  <a:lnTo>
                    <a:pt x="1458628" y="775451"/>
                  </a:lnTo>
                  <a:lnTo>
                    <a:pt x="1460030" y="727456"/>
                  </a:lnTo>
                  <a:lnTo>
                    <a:pt x="1458325" y="679472"/>
                  </a:lnTo>
                  <a:lnTo>
                    <a:pt x="1453582" y="632327"/>
                  </a:lnTo>
                  <a:lnTo>
                    <a:pt x="1445896" y="586118"/>
                  </a:lnTo>
                  <a:lnTo>
                    <a:pt x="1435363" y="540940"/>
                  </a:lnTo>
                  <a:lnTo>
                    <a:pt x="1422081" y="496889"/>
                  </a:lnTo>
                  <a:lnTo>
                    <a:pt x="1406146" y="454060"/>
                  </a:lnTo>
                  <a:lnTo>
                    <a:pt x="1387653" y="412550"/>
                  </a:lnTo>
                  <a:lnTo>
                    <a:pt x="1366701" y="372453"/>
                  </a:lnTo>
                  <a:lnTo>
                    <a:pt x="1343385" y="333867"/>
                  </a:lnTo>
                  <a:lnTo>
                    <a:pt x="1317802" y="296887"/>
                  </a:lnTo>
                  <a:lnTo>
                    <a:pt x="1290048" y="261608"/>
                  </a:lnTo>
                  <a:lnTo>
                    <a:pt x="1260220" y="228126"/>
                  </a:lnTo>
                  <a:lnTo>
                    <a:pt x="1228414" y="196538"/>
                  </a:lnTo>
                  <a:lnTo>
                    <a:pt x="1194727" y="166938"/>
                  </a:lnTo>
                  <a:lnTo>
                    <a:pt x="1159256" y="139423"/>
                  </a:lnTo>
                  <a:lnTo>
                    <a:pt x="1122096" y="114089"/>
                  </a:lnTo>
                  <a:lnTo>
                    <a:pt x="1083345" y="91030"/>
                  </a:lnTo>
                  <a:lnTo>
                    <a:pt x="1043099" y="70344"/>
                  </a:lnTo>
                  <a:lnTo>
                    <a:pt x="1001454" y="52125"/>
                  </a:lnTo>
                  <a:lnTo>
                    <a:pt x="958508" y="36470"/>
                  </a:lnTo>
                  <a:lnTo>
                    <a:pt x="914355" y="23474"/>
                  </a:lnTo>
                  <a:lnTo>
                    <a:pt x="869094" y="13233"/>
                  </a:lnTo>
                  <a:lnTo>
                    <a:pt x="822820" y="5843"/>
                  </a:lnTo>
                  <a:lnTo>
                    <a:pt x="775630" y="1400"/>
                  </a:lnTo>
                  <a:lnTo>
                    <a:pt x="727621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01686" y="4640199"/>
              <a:ext cx="1233805" cy="1233805"/>
            </a:xfrm>
            <a:custGeom>
              <a:avLst/>
              <a:gdLst/>
              <a:ahLst/>
              <a:cxnLst/>
              <a:rect l="l" t="t" r="r" b="b"/>
              <a:pathLst>
                <a:path w="1233805" h="1233804">
                  <a:moveTo>
                    <a:pt x="620814" y="0"/>
                  </a:moveTo>
                  <a:lnTo>
                    <a:pt x="572604" y="1533"/>
                  </a:lnTo>
                  <a:lnTo>
                    <a:pt x="525384" y="6695"/>
                  </a:lnTo>
                  <a:lnTo>
                    <a:pt x="479292" y="15349"/>
                  </a:lnTo>
                  <a:lnTo>
                    <a:pt x="434467" y="27359"/>
                  </a:lnTo>
                  <a:lnTo>
                    <a:pt x="391047" y="42588"/>
                  </a:lnTo>
                  <a:lnTo>
                    <a:pt x="349169" y="60900"/>
                  </a:lnTo>
                  <a:lnTo>
                    <a:pt x="308972" y="82159"/>
                  </a:lnTo>
                  <a:lnTo>
                    <a:pt x="270593" y="106228"/>
                  </a:lnTo>
                  <a:lnTo>
                    <a:pt x="234171" y="132971"/>
                  </a:lnTo>
                  <a:lnTo>
                    <a:pt x="199844" y="162251"/>
                  </a:lnTo>
                  <a:lnTo>
                    <a:pt x="167751" y="193931"/>
                  </a:lnTo>
                  <a:lnTo>
                    <a:pt x="138028" y="227877"/>
                  </a:lnTo>
                  <a:lnTo>
                    <a:pt x="110814" y="263950"/>
                  </a:lnTo>
                  <a:lnTo>
                    <a:pt x="86247" y="302015"/>
                  </a:lnTo>
                  <a:lnTo>
                    <a:pt x="64466" y="341935"/>
                  </a:lnTo>
                  <a:lnTo>
                    <a:pt x="45608" y="383574"/>
                  </a:lnTo>
                  <a:lnTo>
                    <a:pt x="29811" y="426795"/>
                  </a:lnTo>
                  <a:lnTo>
                    <a:pt x="17214" y="471462"/>
                  </a:lnTo>
                  <a:lnTo>
                    <a:pt x="7954" y="517439"/>
                  </a:lnTo>
                  <a:lnTo>
                    <a:pt x="2170" y="564588"/>
                  </a:lnTo>
                  <a:lnTo>
                    <a:pt x="0" y="612775"/>
                  </a:lnTo>
                  <a:lnTo>
                    <a:pt x="1540" y="660977"/>
                  </a:lnTo>
                  <a:lnTo>
                    <a:pt x="6707" y="708190"/>
                  </a:lnTo>
                  <a:lnTo>
                    <a:pt x="15364" y="754275"/>
                  </a:lnTo>
                  <a:lnTo>
                    <a:pt x="27374" y="799093"/>
                  </a:lnTo>
                  <a:lnTo>
                    <a:pt x="42602" y="842507"/>
                  </a:lnTo>
                  <a:lnTo>
                    <a:pt x="60910" y="884379"/>
                  </a:lnTo>
                  <a:lnTo>
                    <a:pt x="82164" y="924571"/>
                  </a:lnTo>
                  <a:lnTo>
                    <a:pt x="106227" y="962944"/>
                  </a:lnTo>
                  <a:lnTo>
                    <a:pt x="132962" y="999360"/>
                  </a:lnTo>
                  <a:lnTo>
                    <a:pt x="162234" y="1033682"/>
                  </a:lnTo>
                  <a:lnTo>
                    <a:pt x="193906" y="1065772"/>
                  </a:lnTo>
                  <a:lnTo>
                    <a:pt x="227843" y="1095491"/>
                  </a:lnTo>
                  <a:lnTo>
                    <a:pt x="263907" y="1122701"/>
                  </a:lnTo>
                  <a:lnTo>
                    <a:pt x="301963" y="1147264"/>
                  </a:lnTo>
                  <a:lnTo>
                    <a:pt x="341875" y="1169042"/>
                  </a:lnTo>
                  <a:lnTo>
                    <a:pt x="383506" y="1187898"/>
                  </a:lnTo>
                  <a:lnTo>
                    <a:pt x="426720" y="1203692"/>
                  </a:lnTo>
                  <a:lnTo>
                    <a:pt x="471381" y="1216288"/>
                  </a:lnTo>
                  <a:lnTo>
                    <a:pt x="517354" y="1225546"/>
                  </a:lnTo>
                  <a:lnTo>
                    <a:pt x="564500" y="1231330"/>
                  </a:lnTo>
                  <a:lnTo>
                    <a:pt x="612686" y="1233500"/>
                  </a:lnTo>
                  <a:lnTo>
                    <a:pt x="660896" y="1231959"/>
                  </a:lnTo>
                  <a:lnTo>
                    <a:pt x="708116" y="1226791"/>
                  </a:lnTo>
                  <a:lnTo>
                    <a:pt x="754208" y="1218133"/>
                  </a:lnTo>
                  <a:lnTo>
                    <a:pt x="799034" y="1206122"/>
                  </a:lnTo>
                  <a:lnTo>
                    <a:pt x="842455" y="1190892"/>
                  </a:lnTo>
                  <a:lnTo>
                    <a:pt x="884334" y="1172581"/>
                  </a:lnTo>
                  <a:lnTo>
                    <a:pt x="924532" y="1151325"/>
                  </a:lnTo>
                  <a:lnTo>
                    <a:pt x="962911" y="1127260"/>
                  </a:lnTo>
                  <a:lnTo>
                    <a:pt x="999333" y="1100522"/>
                  </a:lnTo>
                  <a:lnTo>
                    <a:pt x="1033660" y="1071247"/>
                  </a:lnTo>
                  <a:lnTo>
                    <a:pt x="1065753" y="1039572"/>
                  </a:lnTo>
                  <a:lnTo>
                    <a:pt x="1095475" y="1005633"/>
                  </a:lnTo>
                  <a:lnTo>
                    <a:pt x="1122688" y="969566"/>
                  </a:lnTo>
                  <a:lnTo>
                    <a:pt x="1147252" y="931508"/>
                  </a:lnTo>
                  <a:lnTo>
                    <a:pt x="1169031" y="891594"/>
                  </a:lnTo>
                  <a:lnTo>
                    <a:pt x="1187885" y="849961"/>
                  </a:lnTo>
                  <a:lnTo>
                    <a:pt x="1203678" y="806745"/>
                  </a:lnTo>
                  <a:lnTo>
                    <a:pt x="1216270" y="762082"/>
                  </a:lnTo>
                  <a:lnTo>
                    <a:pt x="1225523" y="716109"/>
                  </a:lnTo>
                  <a:lnTo>
                    <a:pt x="1231300" y="668961"/>
                  </a:lnTo>
                  <a:lnTo>
                    <a:pt x="1233462" y="620776"/>
                  </a:lnTo>
                  <a:lnTo>
                    <a:pt x="1231929" y="572565"/>
                  </a:lnTo>
                  <a:lnTo>
                    <a:pt x="1226770" y="525345"/>
                  </a:lnTo>
                  <a:lnTo>
                    <a:pt x="1218119" y="479253"/>
                  </a:lnTo>
                  <a:lnTo>
                    <a:pt x="1206115" y="434427"/>
                  </a:lnTo>
                  <a:lnTo>
                    <a:pt x="1190891" y="391006"/>
                  </a:lnTo>
                  <a:lnTo>
                    <a:pt x="1172586" y="349127"/>
                  </a:lnTo>
                  <a:lnTo>
                    <a:pt x="1151335" y="308929"/>
                  </a:lnTo>
                  <a:lnTo>
                    <a:pt x="1127274" y="270550"/>
                  </a:lnTo>
                  <a:lnTo>
                    <a:pt x="1100540" y="234128"/>
                  </a:lnTo>
                  <a:lnTo>
                    <a:pt x="1071269" y="199801"/>
                  </a:lnTo>
                  <a:lnTo>
                    <a:pt x="1039598" y="167708"/>
                  </a:lnTo>
                  <a:lnTo>
                    <a:pt x="1005661" y="137986"/>
                  </a:lnTo>
                  <a:lnTo>
                    <a:pt x="969597" y="110774"/>
                  </a:lnTo>
                  <a:lnTo>
                    <a:pt x="931540" y="86209"/>
                  </a:lnTo>
                  <a:lnTo>
                    <a:pt x="891628" y="64430"/>
                  </a:lnTo>
                  <a:lnTo>
                    <a:pt x="849996" y="45576"/>
                  </a:lnTo>
                  <a:lnTo>
                    <a:pt x="806781" y="29783"/>
                  </a:lnTo>
                  <a:lnTo>
                    <a:pt x="762119" y="17192"/>
                  </a:lnTo>
                  <a:lnTo>
                    <a:pt x="716146" y="7938"/>
                  </a:lnTo>
                  <a:lnTo>
                    <a:pt x="668999" y="2161"/>
                  </a:lnTo>
                  <a:lnTo>
                    <a:pt x="6208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19505" y="4341368"/>
              <a:ext cx="1807845" cy="1807845"/>
            </a:xfrm>
            <a:custGeom>
              <a:avLst/>
              <a:gdLst/>
              <a:ahLst/>
              <a:cxnLst/>
              <a:rect l="l" t="t" r="r" b="b"/>
              <a:pathLst>
                <a:path w="1807845" h="1807845">
                  <a:moveTo>
                    <a:pt x="909599" y="0"/>
                  </a:moveTo>
                  <a:lnTo>
                    <a:pt x="957587" y="1558"/>
                  </a:lnTo>
                  <a:lnTo>
                    <a:pt x="1004906" y="5576"/>
                  </a:lnTo>
                  <a:lnTo>
                    <a:pt x="1051496" y="11992"/>
                  </a:lnTo>
                  <a:lnTo>
                    <a:pt x="1097294" y="20742"/>
                  </a:lnTo>
                  <a:lnTo>
                    <a:pt x="1142237" y="31764"/>
                  </a:lnTo>
                  <a:lnTo>
                    <a:pt x="1186265" y="44994"/>
                  </a:lnTo>
                  <a:lnTo>
                    <a:pt x="1229313" y="60370"/>
                  </a:lnTo>
                  <a:lnTo>
                    <a:pt x="1271322" y="77829"/>
                  </a:lnTo>
                  <a:lnTo>
                    <a:pt x="1312227" y="97308"/>
                  </a:lnTo>
                  <a:lnTo>
                    <a:pt x="1351968" y="118743"/>
                  </a:lnTo>
                  <a:lnTo>
                    <a:pt x="1390482" y="142073"/>
                  </a:lnTo>
                  <a:lnTo>
                    <a:pt x="1427707" y="167234"/>
                  </a:lnTo>
                  <a:lnTo>
                    <a:pt x="1463582" y="194164"/>
                  </a:lnTo>
                  <a:lnTo>
                    <a:pt x="1498042" y="222799"/>
                  </a:lnTo>
                  <a:lnTo>
                    <a:pt x="1531028" y="253076"/>
                  </a:lnTo>
                  <a:lnTo>
                    <a:pt x="1562477" y="284933"/>
                  </a:lnTo>
                  <a:lnTo>
                    <a:pt x="1592325" y="318307"/>
                  </a:lnTo>
                  <a:lnTo>
                    <a:pt x="1620513" y="353134"/>
                  </a:lnTo>
                  <a:lnTo>
                    <a:pt x="1646976" y="389353"/>
                  </a:lnTo>
                  <a:lnTo>
                    <a:pt x="1671654" y="426899"/>
                  </a:lnTo>
                  <a:lnTo>
                    <a:pt x="1694484" y="465711"/>
                  </a:lnTo>
                  <a:lnTo>
                    <a:pt x="1715404" y="505725"/>
                  </a:lnTo>
                  <a:lnTo>
                    <a:pt x="1734352" y="546878"/>
                  </a:lnTo>
                  <a:lnTo>
                    <a:pt x="1751266" y="589108"/>
                  </a:lnTo>
                  <a:lnTo>
                    <a:pt x="1766084" y="632351"/>
                  </a:lnTo>
                  <a:lnTo>
                    <a:pt x="1778743" y="676545"/>
                  </a:lnTo>
                  <a:lnTo>
                    <a:pt x="1789181" y="721627"/>
                  </a:lnTo>
                  <a:lnTo>
                    <a:pt x="1797337" y="767533"/>
                  </a:lnTo>
                  <a:lnTo>
                    <a:pt x="1803149" y="814202"/>
                  </a:lnTo>
                  <a:lnTo>
                    <a:pt x="1806553" y="861570"/>
                  </a:lnTo>
                  <a:lnTo>
                    <a:pt x="1807489" y="909573"/>
                  </a:lnTo>
                  <a:lnTo>
                    <a:pt x="1805919" y="957566"/>
                  </a:lnTo>
                  <a:lnTo>
                    <a:pt x="1801891" y="1004889"/>
                  </a:lnTo>
                  <a:lnTo>
                    <a:pt x="1795466" y="1051482"/>
                  </a:lnTo>
                  <a:lnTo>
                    <a:pt x="1786709" y="1097281"/>
                  </a:lnTo>
                  <a:lnTo>
                    <a:pt x="1775681" y="1142226"/>
                  </a:lnTo>
                  <a:lnTo>
                    <a:pt x="1762445" y="1186254"/>
                  </a:lnTo>
                  <a:lnTo>
                    <a:pt x="1747065" y="1229303"/>
                  </a:lnTo>
                  <a:lnTo>
                    <a:pt x="1729603" y="1271310"/>
                  </a:lnTo>
                  <a:lnTo>
                    <a:pt x="1710122" y="1312215"/>
                  </a:lnTo>
                  <a:lnTo>
                    <a:pt x="1688684" y="1351954"/>
                  </a:lnTo>
                  <a:lnTo>
                    <a:pt x="1665353" y="1390466"/>
                  </a:lnTo>
                  <a:lnTo>
                    <a:pt x="1640191" y="1427689"/>
                  </a:lnTo>
                  <a:lnTo>
                    <a:pt x="1613261" y="1463561"/>
                  </a:lnTo>
                  <a:lnTo>
                    <a:pt x="1584626" y="1498020"/>
                  </a:lnTo>
                  <a:lnTo>
                    <a:pt x="1554349" y="1531003"/>
                  </a:lnTo>
                  <a:lnTo>
                    <a:pt x="1522492" y="1562448"/>
                  </a:lnTo>
                  <a:lnTo>
                    <a:pt x="1489118" y="1592294"/>
                  </a:lnTo>
                  <a:lnTo>
                    <a:pt x="1454291" y="1620479"/>
                  </a:lnTo>
                  <a:lnTo>
                    <a:pt x="1418072" y="1646940"/>
                  </a:lnTo>
                  <a:lnTo>
                    <a:pt x="1380524" y="1671615"/>
                  </a:lnTo>
                  <a:lnTo>
                    <a:pt x="1341711" y="1694443"/>
                  </a:lnTo>
                  <a:lnTo>
                    <a:pt x="1301695" y="1715361"/>
                  </a:lnTo>
                  <a:lnTo>
                    <a:pt x="1260540" y="1734308"/>
                  </a:lnTo>
                  <a:lnTo>
                    <a:pt x="1218307" y="1751220"/>
                  </a:lnTo>
                  <a:lnTo>
                    <a:pt x="1175059" y="1766037"/>
                  </a:lnTo>
                  <a:lnTo>
                    <a:pt x="1130860" y="1778696"/>
                  </a:lnTo>
                  <a:lnTo>
                    <a:pt x="1085772" y="1789135"/>
                  </a:lnTo>
                  <a:lnTo>
                    <a:pt x="1039858" y="1797292"/>
                  </a:lnTo>
                  <a:lnTo>
                    <a:pt x="993181" y="1803105"/>
                  </a:lnTo>
                  <a:lnTo>
                    <a:pt x="945803" y="1806512"/>
                  </a:lnTo>
                  <a:lnTo>
                    <a:pt x="897788" y="1807451"/>
                  </a:lnTo>
                  <a:lnTo>
                    <a:pt x="849804" y="1805885"/>
                  </a:lnTo>
                  <a:lnTo>
                    <a:pt x="802488" y="1801860"/>
                  </a:lnTo>
                  <a:lnTo>
                    <a:pt x="755903" y="1795439"/>
                  </a:lnTo>
                  <a:lnTo>
                    <a:pt x="710110" y="1786683"/>
                  </a:lnTo>
                  <a:lnTo>
                    <a:pt x="665172" y="1775657"/>
                  </a:lnTo>
                  <a:lnTo>
                    <a:pt x="621150" y="1762422"/>
                  </a:lnTo>
                  <a:lnTo>
                    <a:pt x="578107" y="1747042"/>
                  </a:lnTo>
                  <a:lnTo>
                    <a:pt x="536104" y="1729579"/>
                  </a:lnTo>
                  <a:lnTo>
                    <a:pt x="495204" y="1710097"/>
                  </a:lnTo>
                  <a:lnTo>
                    <a:pt x="455468" y="1688658"/>
                  </a:lnTo>
                  <a:lnTo>
                    <a:pt x="416960" y="1665326"/>
                  </a:lnTo>
                  <a:lnTo>
                    <a:pt x="379740" y="1640162"/>
                  </a:lnTo>
                  <a:lnTo>
                    <a:pt x="343872" y="1613230"/>
                  </a:lnTo>
                  <a:lnTo>
                    <a:pt x="309416" y="1584593"/>
                  </a:lnTo>
                  <a:lnTo>
                    <a:pt x="276436" y="1554314"/>
                  </a:lnTo>
                  <a:lnTo>
                    <a:pt x="244992" y="1522454"/>
                  </a:lnTo>
                  <a:lnTo>
                    <a:pt x="215148" y="1489079"/>
                  </a:lnTo>
                  <a:lnTo>
                    <a:pt x="186965" y="1454249"/>
                  </a:lnTo>
                  <a:lnTo>
                    <a:pt x="160505" y="1418028"/>
                  </a:lnTo>
                  <a:lnTo>
                    <a:pt x="135831" y="1380479"/>
                  </a:lnTo>
                  <a:lnTo>
                    <a:pt x="113004" y="1341665"/>
                  </a:lnTo>
                  <a:lnTo>
                    <a:pt x="92087" y="1301649"/>
                  </a:lnTo>
                  <a:lnTo>
                    <a:pt x="73141" y="1260493"/>
                  </a:lnTo>
                  <a:lnTo>
                    <a:pt x="56229" y="1218260"/>
                  </a:lnTo>
                  <a:lnTo>
                    <a:pt x="41413" y="1175013"/>
                  </a:lnTo>
                  <a:lnTo>
                    <a:pt x="28754" y="1130816"/>
                  </a:lnTo>
                  <a:lnTo>
                    <a:pt x="18315" y="1085730"/>
                  </a:lnTo>
                  <a:lnTo>
                    <a:pt x="10158" y="1039819"/>
                  </a:lnTo>
                  <a:lnTo>
                    <a:pt x="4345" y="993145"/>
                  </a:lnTo>
                  <a:lnTo>
                    <a:pt x="938" y="945772"/>
                  </a:lnTo>
                  <a:lnTo>
                    <a:pt x="0" y="897762"/>
                  </a:lnTo>
                  <a:lnTo>
                    <a:pt x="1565" y="849775"/>
                  </a:lnTo>
                  <a:lnTo>
                    <a:pt x="5590" y="802456"/>
                  </a:lnTo>
                  <a:lnTo>
                    <a:pt x="12011" y="755868"/>
                  </a:lnTo>
                  <a:lnTo>
                    <a:pt x="20767" y="710073"/>
                  </a:lnTo>
                  <a:lnTo>
                    <a:pt x="31793" y="665133"/>
                  </a:lnTo>
                  <a:lnTo>
                    <a:pt x="45028" y="621109"/>
                  </a:lnTo>
                  <a:lnTo>
                    <a:pt x="60408" y="578064"/>
                  </a:lnTo>
                  <a:lnTo>
                    <a:pt x="77870" y="536061"/>
                  </a:lnTo>
                  <a:lnTo>
                    <a:pt x="97351" y="495160"/>
                  </a:lnTo>
                  <a:lnTo>
                    <a:pt x="118789" y="455424"/>
                  </a:lnTo>
                  <a:lnTo>
                    <a:pt x="142121" y="416916"/>
                  </a:lnTo>
                  <a:lnTo>
                    <a:pt x="167283" y="379696"/>
                  </a:lnTo>
                  <a:lnTo>
                    <a:pt x="194214" y="343828"/>
                  </a:lnTo>
                  <a:lnTo>
                    <a:pt x="222849" y="309373"/>
                  </a:lnTo>
                  <a:lnTo>
                    <a:pt x="253127" y="276394"/>
                  </a:lnTo>
                  <a:lnTo>
                    <a:pt x="284984" y="244951"/>
                  </a:lnTo>
                  <a:lnTo>
                    <a:pt x="318357" y="215109"/>
                  </a:lnTo>
                  <a:lnTo>
                    <a:pt x="353184" y="186927"/>
                  </a:lnTo>
                  <a:lnTo>
                    <a:pt x="389402" y="160470"/>
                  </a:lnTo>
                  <a:lnTo>
                    <a:pt x="426947" y="135797"/>
                  </a:lnTo>
                  <a:lnTo>
                    <a:pt x="465757" y="112973"/>
                  </a:lnTo>
                  <a:lnTo>
                    <a:pt x="505770" y="92058"/>
                  </a:lnTo>
                  <a:lnTo>
                    <a:pt x="546921" y="73115"/>
                  </a:lnTo>
                  <a:lnTo>
                    <a:pt x="589149" y="56206"/>
                  </a:lnTo>
                  <a:lnTo>
                    <a:pt x="632391" y="41392"/>
                  </a:lnTo>
                  <a:lnTo>
                    <a:pt x="676582" y="28737"/>
                  </a:lnTo>
                  <a:lnTo>
                    <a:pt x="721662" y="18301"/>
                  </a:lnTo>
                  <a:lnTo>
                    <a:pt x="767566" y="10148"/>
                  </a:lnTo>
                  <a:lnTo>
                    <a:pt x="814232" y="4338"/>
                  </a:lnTo>
                  <a:lnTo>
                    <a:pt x="861598" y="935"/>
                  </a:lnTo>
                  <a:lnTo>
                    <a:pt x="909599" y="0"/>
                  </a:lnTo>
                  <a:close/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19072" y="3672840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h="661670">
                  <a:moveTo>
                    <a:pt x="0" y="0"/>
                  </a:moveTo>
                  <a:lnTo>
                    <a:pt x="0" y="661416"/>
                  </a:lnTo>
                </a:path>
              </a:pathLst>
            </a:custGeom>
            <a:ln w="6096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6767" y="3144266"/>
            <a:ext cx="1829180" cy="440436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2955417" y="3672840"/>
            <a:ext cx="1820545" cy="2482850"/>
            <a:chOff x="2955417" y="3672840"/>
            <a:chExt cx="1820545" cy="2482850"/>
          </a:xfrm>
        </p:grpSpPr>
        <p:sp>
          <p:nvSpPr>
            <p:cNvPr id="15" name="object 15"/>
            <p:cNvSpPr/>
            <p:nvPr/>
          </p:nvSpPr>
          <p:spPr>
            <a:xfrm>
              <a:off x="3126056" y="4516530"/>
              <a:ext cx="1469390" cy="1470025"/>
            </a:xfrm>
            <a:custGeom>
              <a:avLst/>
              <a:gdLst/>
              <a:ahLst/>
              <a:cxnLst/>
              <a:rect l="l" t="t" r="r" b="b"/>
              <a:pathLst>
                <a:path w="1469389" h="1470025">
                  <a:moveTo>
                    <a:pt x="720850" y="0"/>
                  </a:moveTo>
                  <a:lnTo>
                    <a:pt x="674906" y="2306"/>
                  </a:lnTo>
                  <a:lnTo>
                    <a:pt x="629453" y="7467"/>
                  </a:lnTo>
                  <a:lnTo>
                    <a:pt x="584612" y="15418"/>
                  </a:lnTo>
                  <a:lnTo>
                    <a:pt x="540504" y="26094"/>
                  </a:lnTo>
                  <a:lnTo>
                    <a:pt x="497251" y="39434"/>
                  </a:lnTo>
                  <a:lnTo>
                    <a:pt x="454974" y="55372"/>
                  </a:lnTo>
                  <a:lnTo>
                    <a:pt x="413794" y="73845"/>
                  </a:lnTo>
                  <a:lnTo>
                    <a:pt x="373832" y="94790"/>
                  </a:lnTo>
                  <a:lnTo>
                    <a:pt x="335210" y="118142"/>
                  </a:lnTo>
                  <a:lnTo>
                    <a:pt x="298048" y="143839"/>
                  </a:lnTo>
                  <a:lnTo>
                    <a:pt x="262469" y="171816"/>
                  </a:lnTo>
                  <a:lnTo>
                    <a:pt x="228593" y="202009"/>
                  </a:lnTo>
                  <a:lnTo>
                    <a:pt x="196541" y="234356"/>
                  </a:lnTo>
                  <a:lnTo>
                    <a:pt x="166435" y="268792"/>
                  </a:lnTo>
                  <a:lnTo>
                    <a:pt x="138396" y="305254"/>
                  </a:lnTo>
                  <a:lnTo>
                    <a:pt x="112545" y="343677"/>
                  </a:lnTo>
                  <a:lnTo>
                    <a:pt x="89004" y="383999"/>
                  </a:lnTo>
                  <a:lnTo>
                    <a:pt x="67893" y="426155"/>
                  </a:lnTo>
                  <a:lnTo>
                    <a:pt x="49335" y="470083"/>
                  </a:lnTo>
                  <a:lnTo>
                    <a:pt x="33449" y="515717"/>
                  </a:lnTo>
                  <a:lnTo>
                    <a:pt x="20547" y="562297"/>
                  </a:lnTo>
                  <a:lnTo>
                    <a:pt x="10814" y="608992"/>
                  </a:lnTo>
                  <a:lnTo>
                    <a:pt x="4188" y="655681"/>
                  </a:lnTo>
                  <a:lnTo>
                    <a:pt x="604" y="702243"/>
                  </a:lnTo>
                  <a:lnTo>
                    <a:pt x="0" y="748557"/>
                  </a:lnTo>
                  <a:lnTo>
                    <a:pt x="2311" y="794500"/>
                  </a:lnTo>
                  <a:lnTo>
                    <a:pt x="7474" y="839953"/>
                  </a:lnTo>
                  <a:lnTo>
                    <a:pt x="15425" y="884794"/>
                  </a:lnTo>
                  <a:lnTo>
                    <a:pt x="26102" y="928901"/>
                  </a:lnTo>
                  <a:lnTo>
                    <a:pt x="39440" y="972153"/>
                  </a:lnTo>
                  <a:lnTo>
                    <a:pt x="55375" y="1014430"/>
                  </a:lnTo>
                  <a:lnTo>
                    <a:pt x="73846" y="1055610"/>
                  </a:lnTo>
                  <a:lnTo>
                    <a:pt x="94786" y="1095571"/>
                  </a:lnTo>
                  <a:lnTo>
                    <a:pt x="118135" y="1134193"/>
                  </a:lnTo>
                  <a:lnTo>
                    <a:pt x="143826" y="1171355"/>
                  </a:lnTo>
                  <a:lnTo>
                    <a:pt x="171798" y="1206934"/>
                  </a:lnTo>
                  <a:lnTo>
                    <a:pt x="201987" y="1240810"/>
                  </a:lnTo>
                  <a:lnTo>
                    <a:pt x="234329" y="1272862"/>
                  </a:lnTo>
                  <a:lnTo>
                    <a:pt x="268760" y="1302968"/>
                  </a:lnTo>
                  <a:lnTo>
                    <a:pt x="305217" y="1331007"/>
                  </a:lnTo>
                  <a:lnTo>
                    <a:pt x="343637" y="1356859"/>
                  </a:lnTo>
                  <a:lnTo>
                    <a:pt x="383955" y="1380401"/>
                  </a:lnTo>
                  <a:lnTo>
                    <a:pt x="426109" y="1401512"/>
                  </a:lnTo>
                  <a:lnTo>
                    <a:pt x="470034" y="1420072"/>
                  </a:lnTo>
                  <a:lnTo>
                    <a:pt x="515668" y="1435959"/>
                  </a:lnTo>
                  <a:lnTo>
                    <a:pt x="562248" y="1448864"/>
                  </a:lnTo>
                  <a:lnTo>
                    <a:pt x="608944" y="1458599"/>
                  </a:lnTo>
                  <a:lnTo>
                    <a:pt x="655633" y="1465227"/>
                  </a:lnTo>
                  <a:lnTo>
                    <a:pt x="702195" y="1468812"/>
                  </a:lnTo>
                  <a:lnTo>
                    <a:pt x="748509" y="1469418"/>
                  </a:lnTo>
                  <a:lnTo>
                    <a:pt x="794453" y="1467107"/>
                  </a:lnTo>
                  <a:lnTo>
                    <a:pt x="839906" y="1461943"/>
                  </a:lnTo>
                  <a:lnTo>
                    <a:pt x="884747" y="1453990"/>
                  </a:lnTo>
                  <a:lnTo>
                    <a:pt x="928855" y="1443312"/>
                  </a:lnTo>
                  <a:lnTo>
                    <a:pt x="972108" y="1429972"/>
                  </a:lnTo>
                  <a:lnTo>
                    <a:pt x="1014386" y="1414033"/>
                  </a:lnTo>
                  <a:lnTo>
                    <a:pt x="1055566" y="1395559"/>
                  </a:lnTo>
                  <a:lnTo>
                    <a:pt x="1095528" y="1374613"/>
                  </a:lnTo>
                  <a:lnTo>
                    <a:pt x="1134150" y="1351260"/>
                  </a:lnTo>
                  <a:lnTo>
                    <a:pt x="1171311" y="1325562"/>
                  </a:lnTo>
                  <a:lnTo>
                    <a:pt x="1206891" y="1297583"/>
                  </a:lnTo>
                  <a:lnTo>
                    <a:pt x="1240767" y="1267387"/>
                  </a:lnTo>
                  <a:lnTo>
                    <a:pt x="1272819" y="1235036"/>
                  </a:lnTo>
                  <a:lnTo>
                    <a:pt x="1302925" y="1200596"/>
                  </a:lnTo>
                  <a:lnTo>
                    <a:pt x="1330964" y="1164129"/>
                  </a:lnTo>
                  <a:lnTo>
                    <a:pt x="1356814" y="1125698"/>
                  </a:lnTo>
                  <a:lnTo>
                    <a:pt x="1380356" y="1085368"/>
                  </a:lnTo>
                  <a:lnTo>
                    <a:pt x="1401466" y="1043201"/>
                  </a:lnTo>
                  <a:lnTo>
                    <a:pt x="1420025" y="999262"/>
                  </a:lnTo>
                  <a:lnTo>
                    <a:pt x="1435910" y="953613"/>
                  </a:lnTo>
                  <a:lnTo>
                    <a:pt x="1448813" y="907048"/>
                  </a:lnTo>
                  <a:lnTo>
                    <a:pt x="1458545" y="860366"/>
                  </a:lnTo>
                  <a:lnTo>
                    <a:pt x="1465172" y="813689"/>
                  </a:lnTo>
                  <a:lnTo>
                    <a:pt x="1468755" y="767138"/>
                  </a:lnTo>
                  <a:lnTo>
                    <a:pt x="1469360" y="720834"/>
                  </a:lnTo>
                  <a:lnTo>
                    <a:pt x="1467049" y="674899"/>
                  </a:lnTo>
                  <a:lnTo>
                    <a:pt x="1461886" y="629455"/>
                  </a:lnTo>
                  <a:lnTo>
                    <a:pt x="1453934" y="584621"/>
                  </a:lnTo>
                  <a:lnTo>
                    <a:pt x="1443258" y="540520"/>
                  </a:lnTo>
                  <a:lnTo>
                    <a:pt x="1429920" y="497273"/>
                  </a:lnTo>
                  <a:lnTo>
                    <a:pt x="1413984" y="455000"/>
                  </a:lnTo>
                  <a:lnTo>
                    <a:pt x="1395514" y="413825"/>
                  </a:lnTo>
                  <a:lnTo>
                    <a:pt x="1374573" y="373867"/>
                  </a:lnTo>
                  <a:lnTo>
                    <a:pt x="1351225" y="335248"/>
                  </a:lnTo>
                  <a:lnTo>
                    <a:pt x="1325533" y="298089"/>
                  </a:lnTo>
                  <a:lnTo>
                    <a:pt x="1297561" y="262512"/>
                  </a:lnTo>
                  <a:lnTo>
                    <a:pt x="1267372" y="228637"/>
                  </a:lnTo>
                  <a:lnTo>
                    <a:pt x="1235031" y="196587"/>
                  </a:lnTo>
                  <a:lnTo>
                    <a:pt x="1200600" y="166482"/>
                  </a:lnTo>
                  <a:lnTo>
                    <a:pt x="1164142" y="138444"/>
                  </a:lnTo>
                  <a:lnTo>
                    <a:pt x="1125723" y="112593"/>
                  </a:lnTo>
                  <a:lnTo>
                    <a:pt x="1085404" y="89053"/>
                  </a:lnTo>
                  <a:lnTo>
                    <a:pt x="1043251" y="67942"/>
                  </a:lnTo>
                  <a:lnTo>
                    <a:pt x="999325" y="49384"/>
                  </a:lnTo>
                  <a:lnTo>
                    <a:pt x="953691" y="33498"/>
                  </a:lnTo>
                  <a:lnTo>
                    <a:pt x="907111" y="20582"/>
                  </a:lnTo>
                  <a:lnTo>
                    <a:pt x="860416" y="10837"/>
                  </a:lnTo>
                  <a:lnTo>
                    <a:pt x="813726" y="4201"/>
                  </a:lnTo>
                  <a:lnTo>
                    <a:pt x="767164" y="610"/>
                  </a:lnTo>
                  <a:lnTo>
                    <a:pt x="7208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1820" y="4474464"/>
              <a:ext cx="1542287" cy="15422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135503" y="4515231"/>
              <a:ext cx="1460500" cy="1459865"/>
            </a:xfrm>
            <a:custGeom>
              <a:avLst/>
              <a:gdLst/>
              <a:ahLst/>
              <a:cxnLst/>
              <a:rect l="l" t="t" r="r" b="b"/>
              <a:pathLst>
                <a:path w="1460500" h="1459864">
                  <a:moveTo>
                    <a:pt x="727710" y="0"/>
                  </a:moveTo>
                  <a:lnTo>
                    <a:pt x="729996" y="729869"/>
                  </a:lnTo>
                  <a:lnTo>
                    <a:pt x="155448" y="279527"/>
                  </a:lnTo>
                  <a:lnTo>
                    <a:pt x="126485" y="319159"/>
                  </a:lnTo>
                  <a:lnTo>
                    <a:pt x="100364" y="360457"/>
                  </a:lnTo>
                  <a:lnTo>
                    <a:pt x="77137" y="403265"/>
                  </a:lnTo>
                  <a:lnTo>
                    <a:pt x="56857" y="447429"/>
                  </a:lnTo>
                  <a:lnTo>
                    <a:pt x="39576" y="492791"/>
                  </a:lnTo>
                  <a:lnTo>
                    <a:pt x="25347" y="539198"/>
                  </a:lnTo>
                  <a:lnTo>
                    <a:pt x="14222" y="586493"/>
                  </a:lnTo>
                  <a:lnTo>
                    <a:pt x="6254" y="634521"/>
                  </a:lnTo>
                  <a:lnTo>
                    <a:pt x="1496" y="683127"/>
                  </a:lnTo>
                  <a:lnTo>
                    <a:pt x="0" y="732155"/>
                  </a:lnTo>
                  <a:lnTo>
                    <a:pt x="1704" y="780142"/>
                  </a:lnTo>
                  <a:lnTo>
                    <a:pt x="6447" y="827290"/>
                  </a:lnTo>
                  <a:lnTo>
                    <a:pt x="14133" y="873503"/>
                  </a:lnTo>
                  <a:lnTo>
                    <a:pt x="24666" y="918686"/>
                  </a:lnTo>
                  <a:lnTo>
                    <a:pt x="37948" y="962742"/>
                  </a:lnTo>
                  <a:lnTo>
                    <a:pt x="53884" y="1005575"/>
                  </a:lnTo>
                  <a:lnTo>
                    <a:pt x="72376" y="1047090"/>
                  </a:lnTo>
                  <a:lnTo>
                    <a:pt x="93328" y="1087192"/>
                  </a:lnTo>
                  <a:lnTo>
                    <a:pt x="116644" y="1125783"/>
                  </a:lnTo>
                  <a:lnTo>
                    <a:pt x="142227" y="1162768"/>
                  </a:lnTo>
                  <a:lnTo>
                    <a:pt x="169981" y="1198052"/>
                  </a:lnTo>
                  <a:lnTo>
                    <a:pt x="199809" y="1231538"/>
                  </a:lnTo>
                  <a:lnTo>
                    <a:pt x="231615" y="1263132"/>
                  </a:lnTo>
                  <a:lnTo>
                    <a:pt x="265302" y="1292736"/>
                  </a:lnTo>
                  <a:lnTo>
                    <a:pt x="300773" y="1320255"/>
                  </a:lnTo>
                  <a:lnTo>
                    <a:pt x="337933" y="1345593"/>
                  </a:lnTo>
                  <a:lnTo>
                    <a:pt x="376684" y="1368654"/>
                  </a:lnTo>
                  <a:lnTo>
                    <a:pt x="416930" y="1389343"/>
                  </a:lnTo>
                  <a:lnTo>
                    <a:pt x="458575" y="1407564"/>
                  </a:lnTo>
                  <a:lnTo>
                    <a:pt x="501521" y="1423221"/>
                  </a:lnTo>
                  <a:lnTo>
                    <a:pt x="545674" y="1436217"/>
                  </a:lnTo>
                  <a:lnTo>
                    <a:pt x="590935" y="1446458"/>
                  </a:lnTo>
                  <a:lnTo>
                    <a:pt x="637209" y="1453847"/>
                  </a:lnTo>
                  <a:lnTo>
                    <a:pt x="684399" y="1458289"/>
                  </a:lnTo>
                  <a:lnTo>
                    <a:pt x="732409" y="1459687"/>
                  </a:lnTo>
                  <a:lnTo>
                    <a:pt x="780408" y="1457979"/>
                  </a:lnTo>
                  <a:lnTo>
                    <a:pt x="827567" y="1453232"/>
                  </a:lnTo>
                  <a:lnTo>
                    <a:pt x="873792" y="1445545"/>
                  </a:lnTo>
                  <a:lnTo>
                    <a:pt x="918985" y="1435012"/>
                  </a:lnTo>
                  <a:lnTo>
                    <a:pt x="963051" y="1421731"/>
                  </a:lnTo>
                  <a:lnTo>
                    <a:pt x="1005894" y="1405798"/>
                  </a:lnTo>
                  <a:lnTo>
                    <a:pt x="1047418" y="1387309"/>
                  </a:lnTo>
                  <a:lnTo>
                    <a:pt x="1087528" y="1366360"/>
                  </a:lnTo>
                  <a:lnTo>
                    <a:pt x="1126128" y="1343049"/>
                  </a:lnTo>
                  <a:lnTo>
                    <a:pt x="1163121" y="1317472"/>
                  </a:lnTo>
                  <a:lnTo>
                    <a:pt x="1198413" y="1289725"/>
                  </a:lnTo>
                  <a:lnTo>
                    <a:pt x="1231906" y="1259905"/>
                  </a:lnTo>
                  <a:lnTo>
                    <a:pt x="1263506" y="1228107"/>
                  </a:lnTo>
                  <a:lnTo>
                    <a:pt x="1293117" y="1194430"/>
                  </a:lnTo>
                  <a:lnTo>
                    <a:pt x="1320642" y="1158968"/>
                  </a:lnTo>
                  <a:lnTo>
                    <a:pt x="1345986" y="1121819"/>
                  </a:lnTo>
                  <a:lnTo>
                    <a:pt x="1369053" y="1083079"/>
                  </a:lnTo>
                  <a:lnTo>
                    <a:pt x="1389747" y="1042844"/>
                  </a:lnTo>
                  <a:lnTo>
                    <a:pt x="1407973" y="1001211"/>
                  </a:lnTo>
                  <a:lnTo>
                    <a:pt x="1423634" y="958276"/>
                  </a:lnTo>
                  <a:lnTo>
                    <a:pt x="1436635" y="914137"/>
                  </a:lnTo>
                  <a:lnTo>
                    <a:pt x="1446879" y="868888"/>
                  </a:lnTo>
                  <a:lnTo>
                    <a:pt x="1454272" y="822628"/>
                  </a:lnTo>
                  <a:lnTo>
                    <a:pt x="1458717" y="775451"/>
                  </a:lnTo>
                  <a:lnTo>
                    <a:pt x="1460119" y="727456"/>
                  </a:lnTo>
                  <a:lnTo>
                    <a:pt x="1458400" y="679472"/>
                  </a:lnTo>
                  <a:lnTo>
                    <a:pt x="1453643" y="632327"/>
                  </a:lnTo>
                  <a:lnTo>
                    <a:pt x="1445944" y="586118"/>
                  </a:lnTo>
                  <a:lnTo>
                    <a:pt x="1435401" y="540940"/>
                  </a:lnTo>
                  <a:lnTo>
                    <a:pt x="1422109" y="496889"/>
                  </a:lnTo>
                  <a:lnTo>
                    <a:pt x="1406165" y="454060"/>
                  </a:lnTo>
                  <a:lnTo>
                    <a:pt x="1387665" y="412550"/>
                  </a:lnTo>
                  <a:lnTo>
                    <a:pt x="1366707" y="372453"/>
                  </a:lnTo>
                  <a:lnTo>
                    <a:pt x="1343386" y="333867"/>
                  </a:lnTo>
                  <a:lnTo>
                    <a:pt x="1317799" y="296887"/>
                  </a:lnTo>
                  <a:lnTo>
                    <a:pt x="1290043" y="261608"/>
                  </a:lnTo>
                  <a:lnTo>
                    <a:pt x="1260214" y="228126"/>
                  </a:lnTo>
                  <a:lnTo>
                    <a:pt x="1228408" y="196538"/>
                  </a:lnTo>
                  <a:lnTo>
                    <a:pt x="1194722" y="166938"/>
                  </a:lnTo>
                  <a:lnTo>
                    <a:pt x="1159253" y="139423"/>
                  </a:lnTo>
                  <a:lnTo>
                    <a:pt x="1122098" y="114089"/>
                  </a:lnTo>
                  <a:lnTo>
                    <a:pt x="1083351" y="91030"/>
                  </a:lnTo>
                  <a:lnTo>
                    <a:pt x="1043111" y="70344"/>
                  </a:lnTo>
                  <a:lnTo>
                    <a:pt x="1001474" y="52125"/>
                  </a:lnTo>
                  <a:lnTo>
                    <a:pt x="958536" y="36470"/>
                  </a:lnTo>
                  <a:lnTo>
                    <a:pt x="914393" y="23474"/>
                  </a:lnTo>
                  <a:lnTo>
                    <a:pt x="869143" y="13233"/>
                  </a:lnTo>
                  <a:lnTo>
                    <a:pt x="822881" y="5843"/>
                  </a:lnTo>
                  <a:lnTo>
                    <a:pt x="775704" y="1400"/>
                  </a:lnTo>
                  <a:lnTo>
                    <a:pt x="72771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243961" y="4640199"/>
              <a:ext cx="1233805" cy="1233805"/>
            </a:xfrm>
            <a:custGeom>
              <a:avLst/>
              <a:gdLst/>
              <a:ahLst/>
              <a:cxnLst/>
              <a:rect l="l" t="t" r="r" b="b"/>
              <a:pathLst>
                <a:path w="1233804" h="1233804">
                  <a:moveTo>
                    <a:pt x="620776" y="0"/>
                  </a:moveTo>
                  <a:lnTo>
                    <a:pt x="572566" y="1533"/>
                  </a:lnTo>
                  <a:lnTo>
                    <a:pt x="525348" y="6695"/>
                  </a:lnTo>
                  <a:lnTo>
                    <a:pt x="479260" y="15349"/>
                  </a:lnTo>
                  <a:lnTo>
                    <a:pt x="434439" y="27359"/>
                  </a:lnTo>
                  <a:lnTo>
                    <a:pt x="391022" y="42588"/>
                  </a:lnTo>
                  <a:lnTo>
                    <a:pt x="349150" y="60900"/>
                  </a:lnTo>
                  <a:lnTo>
                    <a:pt x="308958" y="82159"/>
                  </a:lnTo>
                  <a:lnTo>
                    <a:pt x="270585" y="106228"/>
                  </a:lnTo>
                  <a:lnTo>
                    <a:pt x="234168" y="132971"/>
                  </a:lnTo>
                  <a:lnTo>
                    <a:pt x="199847" y="162251"/>
                  </a:lnTo>
                  <a:lnTo>
                    <a:pt x="167758" y="193931"/>
                  </a:lnTo>
                  <a:lnTo>
                    <a:pt x="138039" y="227877"/>
                  </a:lnTo>
                  <a:lnTo>
                    <a:pt x="110829" y="263950"/>
                  </a:lnTo>
                  <a:lnTo>
                    <a:pt x="86265" y="302015"/>
                  </a:lnTo>
                  <a:lnTo>
                    <a:pt x="64486" y="341935"/>
                  </a:lnTo>
                  <a:lnTo>
                    <a:pt x="45628" y="383574"/>
                  </a:lnTo>
                  <a:lnTo>
                    <a:pt x="29831" y="426795"/>
                  </a:lnTo>
                  <a:lnTo>
                    <a:pt x="17232" y="471462"/>
                  </a:lnTo>
                  <a:lnTo>
                    <a:pt x="7968" y="517439"/>
                  </a:lnTo>
                  <a:lnTo>
                    <a:pt x="2178" y="564588"/>
                  </a:lnTo>
                  <a:lnTo>
                    <a:pt x="0" y="612775"/>
                  </a:lnTo>
                  <a:lnTo>
                    <a:pt x="1549" y="660977"/>
                  </a:lnTo>
                  <a:lnTo>
                    <a:pt x="6724" y="708190"/>
                  </a:lnTo>
                  <a:lnTo>
                    <a:pt x="15389" y="754275"/>
                  </a:lnTo>
                  <a:lnTo>
                    <a:pt x="27406" y="799093"/>
                  </a:lnTo>
                  <a:lnTo>
                    <a:pt x="42641" y="842507"/>
                  </a:lnTo>
                  <a:lnTo>
                    <a:pt x="60956" y="884379"/>
                  </a:lnTo>
                  <a:lnTo>
                    <a:pt x="82216" y="924571"/>
                  </a:lnTo>
                  <a:lnTo>
                    <a:pt x="106284" y="962944"/>
                  </a:lnTo>
                  <a:lnTo>
                    <a:pt x="133024" y="999360"/>
                  </a:lnTo>
                  <a:lnTo>
                    <a:pt x="162300" y="1033682"/>
                  </a:lnTo>
                  <a:lnTo>
                    <a:pt x="193977" y="1065772"/>
                  </a:lnTo>
                  <a:lnTo>
                    <a:pt x="227917" y="1095491"/>
                  </a:lnTo>
                  <a:lnTo>
                    <a:pt x="263984" y="1122701"/>
                  </a:lnTo>
                  <a:lnTo>
                    <a:pt x="302043" y="1147264"/>
                  </a:lnTo>
                  <a:lnTo>
                    <a:pt x="341957" y="1169042"/>
                  </a:lnTo>
                  <a:lnTo>
                    <a:pt x="383590" y="1187898"/>
                  </a:lnTo>
                  <a:lnTo>
                    <a:pt x="426806" y="1203692"/>
                  </a:lnTo>
                  <a:lnTo>
                    <a:pt x="471469" y="1216288"/>
                  </a:lnTo>
                  <a:lnTo>
                    <a:pt x="517442" y="1225546"/>
                  </a:lnTo>
                  <a:lnTo>
                    <a:pt x="564589" y="1231330"/>
                  </a:lnTo>
                  <a:lnTo>
                    <a:pt x="612775" y="1233500"/>
                  </a:lnTo>
                  <a:lnTo>
                    <a:pt x="660984" y="1231959"/>
                  </a:lnTo>
                  <a:lnTo>
                    <a:pt x="708202" y="1226791"/>
                  </a:lnTo>
                  <a:lnTo>
                    <a:pt x="754290" y="1218133"/>
                  </a:lnTo>
                  <a:lnTo>
                    <a:pt x="799111" y="1206122"/>
                  </a:lnTo>
                  <a:lnTo>
                    <a:pt x="842528" y="1190892"/>
                  </a:lnTo>
                  <a:lnTo>
                    <a:pt x="884400" y="1172581"/>
                  </a:lnTo>
                  <a:lnTo>
                    <a:pt x="924592" y="1151325"/>
                  </a:lnTo>
                  <a:lnTo>
                    <a:pt x="962965" y="1127260"/>
                  </a:lnTo>
                  <a:lnTo>
                    <a:pt x="999382" y="1100522"/>
                  </a:lnTo>
                  <a:lnTo>
                    <a:pt x="1033703" y="1071247"/>
                  </a:lnTo>
                  <a:lnTo>
                    <a:pt x="1065792" y="1039572"/>
                  </a:lnTo>
                  <a:lnTo>
                    <a:pt x="1095511" y="1005633"/>
                  </a:lnTo>
                  <a:lnTo>
                    <a:pt x="1122721" y="969566"/>
                  </a:lnTo>
                  <a:lnTo>
                    <a:pt x="1147285" y="931508"/>
                  </a:lnTo>
                  <a:lnTo>
                    <a:pt x="1169064" y="891594"/>
                  </a:lnTo>
                  <a:lnTo>
                    <a:pt x="1187922" y="849961"/>
                  </a:lnTo>
                  <a:lnTo>
                    <a:pt x="1203719" y="806745"/>
                  </a:lnTo>
                  <a:lnTo>
                    <a:pt x="1216318" y="762082"/>
                  </a:lnTo>
                  <a:lnTo>
                    <a:pt x="1225582" y="716109"/>
                  </a:lnTo>
                  <a:lnTo>
                    <a:pt x="1231372" y="668961"/>
                  </a:lnTo>
                  <a:lnTo>
                    <a:pt x="1233551" y="620776"/>
                  </a:lnTo>
                  <a:lnTo>
                    <a:pt x="1232001" y="572565"/>
                  </a:lnTo>
                  <a:lnTo>
                    <a:pt x="1226826" y="525345"/>
                  </a:lnTo>
                  <a:lnTo>
                    <a:pt x="1218161" y="479253"/>
                  </a:lnTo>
                  <a:lnTo>
                    <a:pt x="1206144" y="434427"/>
                  </a:lnTo>
                  <a:lnTo>
                    <a:pt x="1190909" y="391006"/>
                  </a:lnTo>
                  <a:lnTo>
                    <a:pt x="1172594" y="349127"/>
                  </a:lnTo>
                  <a:lnTo>
                    <a:pt x="1151334" y="308929"/>
                  </a:lnTo>
                  <a:lnTo>
                    <a:pt x="1127266" y="270550"/>
                  </a:lnTo>
                  <a:lnTo>
                    <a:pt x="1100526" y="234128"/>
                  </a:lnTo>
                  <a:lnTo>
                    <a:pt x="1071250" y="199801"/>
                  </a:lnTo>
                  <a:lnTo>
                    <a:pt x="1039573" y="167708"/>
                  </a:lnTo>
                  <a:lnTo>
                    <a:pt x="1005633" y="137986"/>
                  </a:lnTo>
                  <a:lnTo>
                    <a:pt x="969566" y="110774"/>
                  </a:lnTo>
                  <a:lnTo>
                    <a:pt x="931507" y="86209"/>
                  </a:lnTo>
                  <a:lnTo>
                    <a:pt x="891593" y="64430"/>
                  </a:lnTo>
                  <a:lnTo>
                    <a:pt x="849960" y="45576"/>
                  </a:lnTo>
                  <a:lnTo>
                    <a:pt x="806744" y="29783"/>
                  </a:lnTo>
                  <a:lnTo>
                    <a:pt x="762081" y="17192"/>
                  </a:lnTo>
                  <a:lnTo>
                    <a:pt x="716108" y="7938"/>
                  </a:lnTo>
                  <a:lnTo>
                    <a:pt x="668961" y="2161"/>
                  </a:lnTo>
                  <a:lnTo>
                    <a:pt x="620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961767" y="4341368"/>
              <a:ext cx="1807845" cy="1807845"/>
            </a:xfrm>
            <a:custGeom>
              <a:avLst/>
              <a:gdLst/>
              <a:ahLst/>
              <a:cxnLst/>
              <a:rect l="l" t="t" r="r" b="b"/>
              <a:pathLst>
                <a:path w="1807845" h="1807845">
                  <a:moveTo>
                    <a:pt x="909700" y="0"/>
                  </a:moveTo>
                  <a:lnTo>
                    <a:pt x="957688" y="1558"/>
                  </a:lnTo>
                  <a:lnTo>
                    <a:pt x="1005007" y="5576"/>
                  </a:lnTo>
                  <a:lnTo>
                    <a:pt x="1051595" y="11992"/>
                  </a:lnTo>
                  <a:lnTo>
                    <a:pt x="1097390" y="20742"/>
                  </a:lnTo>
                  <a:lnTo>
                    <a:pt x="1142331" y="31764"/>
                  </a:lnTo>
                  <a:lnTo>
                    <a:pt x="1186355" y="44994"/>
                  </a:lnTo>
                  <a:lnTo>
                    <a:pt x="1229400" y="60370"/>
                  </a:lnTo>
                  <a:lnTo>
                    <a:pt x="1271404" y="77829"/>
                  </a:lnTo>
                  <a:lnTo>
                    <a:pt x="1312306" y="97308"/>
                  </a:lnTo>
                  <a:lnTo>
                    <a:pt x="1352043" y="118743"/>
                  </a:lnTo>
                  <a:lnTo>
                    <a:pt x="1390553" y="142073"/>
                  </a:lnTo>
                  <a:lnTo>
                    <a:pt x="1427774" y="167234"/>
                  </a:lnTo>
                  <a:lnTo>
                    <a:pt x="1463644" y="194164"/>
                  </a:lnTo>
                  <a:lnTo>
                    <a:pt x="1498101" y="222799"/>
                  </a:lnTo>
                  <a:lnTo>
                    <a:pt x="1531084" y="253076"/>
                  </a:lnTo>
                  <a:lnTo>
                    <a:pt x="1562529" y="284933"/>
                  </a:lnTo>
                  <a:lnTo>
                    <a:pt x="1592375" y="318307"/>
                  </a:lnTo>
                  <a:lnTo>
                    <a:pt x="1620560" y="353134"/>
                  </a:lnTo>
                  <a:lnTo>
                    <a:pt x="1647023" y="389353"/>
                  </a:lnTo>
                  <a:lnTo>
                    <a:pt x="1671700" y="426899"/>
                  </a:lnTo>
                  <a:lnTo>
                    <a:pt x="1694530" y="465711"/>
                  </a:lnTo>
                  <a:lnTo>
                    <a:pt x="1715450" y="505725"/>
                  </a:lnTo>
                  <a:lnTo>
                    <a:pt x="1734400" y="546878"/>
                  </a:lnTo>
                  <a:lnTo>
                    <a:pt x="1751316" y="589108"/>
                  </a:lnTo>
                  <a:lnTo>
                    <a:pt x="1766137" y="632351"/>
                  </a:lnTo>
                  <a:lnTo>
                    <a:pt x="1778801" y="676545"/>
                  </a:lnTo>
                  <a:lnTo>
                    <a:pt x="1789246" y="721627"/>
                  </a:lnTo>
                  <a:lnTo>
                    <a:pt x="1797409" y="767533"/>
                  </a:lnTo>
                  <a:lnTo>
                    <a:pt x="1803229" y="814202"/>
                  </a:lnTo>
                  <a:lnTo>
                    <a:pt x="1806643" y="861570"/>
                  </a:lnTo>
                  <a:lnTo>
                    <a:pt x="1807591" y="909573"/>
                  </a:lnTo>
                  <a:lnTo>
                    <a:pt x="1806020" y="957566"/>
                  </a:lnTo>
                  <a:lnTo>
                    <a:pt x="1801991" y="1004889"/>
                  </a:lnTo>
                  <a:lnTo>
                    <a:pt x="1795564" y="1051482"/>
                  </a:lnTo>
                  <a:lnTo>
                    <a:pt x="1786805" y="1097281"/>
                  </a:lnTo>
                  <a:lnTo>
                    <a:pt x="1775774" y="1142226"/>
                  </a:lnTo>
                  <a:lnTo>
                    <a:pt x="1762535" y="1186254"/>
                  </a:lnTo>
                  <a:lnTo>
                    <a:pt x="1747152" y="1229303"/>
                  </a:lnTo>
                  <a:lnTo>
                    <a:pt x="1729686" y="1271310"/>
                  </a:lnTo>
                  <a:lnTo>
                    <a:pt x="1710201" y="1312215"/>
                  </a:lnTo>
                  <a:lnTo>
                    <a:pt x="1688759" y="1351954"/>
                  </a:lnTo>
                  <a:lnTo>
                    <a:pt x="1665424" y="1390466"/>
                  </a:lnTo>
                  <a:lnTo>
                    <a:pt x="1640258" y="1427689"/>
                  </a:lnTo>
                  <a:lnTo>
                    <a:pt x="1613324" y="1463561"/>
                  </a:lnTo>
                  <a:lnTo>
                    <a:pt x="1584685" y="1498020"/>
                  </a:lnTo>
                  <a:lnTo>
                    <a:pt x="1554405" y="1531003"/>
                  </a:lnTo>
                  <a:lnTo>
                    <a:pt x="1522545" y="1562448"/>
                  </a:lnTo>
                  <a:lnTo>
                    <a:pt x="1489168" y="1592294"/>
                  </a:lnTo>
                  <a:lnTo>
                    <a:pt x="1454338" y="1620479"/>
                  </a:lnTo>
                  <a:lnTo>
                    <a:pt x="1418118" y="1646940"/>
                  </a:lnTo>
                  <a:lnTo>
                    <a:pt x="1380570" y="1671615"/>
                  </a:lnTo>
                  <a:lnTo>
                    <a:pt x="1341756" y="1694443"/>
                  </a:lnTo>
                  <a:lnTo>
                    <a:pt x="1301741" y="1715361"/>
                  </a:lnTo>
                  <a:lnTo>
                    <a:pt x="1260587" y="1734308"/>
                  </a:lnTo>
                  <a:lnTo>
                    <a:pt x="1218357" y="1751220"/>
                  </a:lnTo>
                  <a:lnTo>
                    <a:pt x="1175113" y="1766037"/>
                  </a:lnTo>
                  <a:lnTo>
                    <a:pt x="1130918" y="1778696"/>
                  </a:lnTo>
                  <a:lnTo>
                    <a:pt x="1085836" y="1789135"/>
                  </a:lnTo>
                  <a:lnTo>
                    <a:pt x="1039930" y="1797292"/>
                  </a:lnTo>
                  <a:lnTo>
                    <a:pt x="993261" y="1803105"/>
                  </a:lnTo>
                  <a:lnTo>
                    <a:pt x="945893" y="1806512"/>
                  </a:lnTo>
                  <a:lnTo>
                    <a:pt x="897890" y="1807451"/>
                  </a:lnTo>
                  <a:lnTo>
                    <a:pt x="849902" y="1805885"/>
                  </a:lnTo>
                  <a:lnTo>
                    <a:pt x="802583" y="1801860"/>
                  </a:lnTo>
                  <a:lnTo>
                    <a:pt x="755995" y="1795439"/>
                  </a:lnTo>
                  <a:lnTo>
                    <a:pt x="710200" y="1786683"/>
                  </a:lnTo>
                  <a:lnTo>
                    <a:pt x="665259" y="1775657"/>
                  </a:lnTo>
                  <a:lnTo>
                    <a:pt x="621235" y="1762422"/>
                  </a:lnTo>
                  <a:lnTo>
                    <a:pt x="578190" y="1747042"/>
                  </a:lnTo>
                  <a:lnTo>
                    <a:pt x="536186" y="1729579"/>
                  </a:lnTo>
                  <a:lnTo>
                    <a:pt x="495284" y="1710097"/>
                  </a:lnTo>
                  <a:lnTo>
                    <a:pt x="455547" y="1688658"/>
                  </a:lnTo>
                  <a:lnTo>
                    <a:pt x="417037" y="1665326"/>
                  </a:lnTo>
                  <a:lnTo>
                    <a:pt x="379816" y="1640162"/>
                  </a:lnTo>
                  <a:lnTo>
                    <a:pt x="343946" y="1613230"/>
                  </a:lnTo>
                  <a:lnTo>
                    <a:pt x="309489" y="1584593"/>
                  </a:lnTo>
                  <a:lnTo>
                    <a:pt x="276506" y="1554314"/>
                  </a:lnTo>
                  <a:lnTo>
                    <a:pt x="245061" y="1522454"/>
                  </a:lnTo>
                  <a:lnTo>
                    <a:pt x="215215" y="1489079"/>
                  </a:lnTo>
                  <a:lnTo>
                    <a:pt x="187030" y="1454249"/>
                  </a:lnTo>
                  <a:lnTo>
                    <a:pt x="160567" y="1418028"/>
                  </a:lnTo>
                  <a:lnTo>
                    <a:pt x="135890" y="1380479"/>
                  </a:lnTo>
                  <a:lnTo>
                    <a:pt x="113060" y="1341665"/>
                  </a:lnTo>
                  <a:lnTo>
                    <a:pt x="92140" y="1301649"/>
                  </a:lnTo>
                  <a:lnTo>
                    <a:pt x="73190" y="1260493"/>
                  </a:lnTo>
                  <a:lnTo>
                    <a:pt x="56274" y="1218260"/>
                  </a:lnTo>
                  <a:lnTo>
                    <a:pt x="41453" y="1175013"/>
                  </a:lnTo>
                  <a:lnTo>
                    <a:pt x="28789" y="1130816"/>
                  </a:lnTo>
                  <a:lnTo>
                    <a:pt x="18344" y="1085730"/>
                  </a:lnTo>
                  <a:lnTo>
                    <a:pt x="10181" y="1039819"/>
                  </a:lnTo>
                  <a:lnTo>
                    <a:pt x="4361" y="993145"/>
                  </a:lnTo>
                  <a:lnTo>
                    <a:pt x="947" y="945772"/>
                  </a:lnTo>
                  <a:lnTo>
                    <a:pt x="0" y="897762"/>
                  </a:lnTo>
                  <a:lnTo>
                    <a:pt x="1570" y="849775"/>
                  </a:lnTo>
                  <a:lnTo>
                    <a:pt x="5599" y="802456"/>
                  </a:lnTo>
                  <a:lnTo>
                    <a:pt x="12026" y="755868"/>
                  </a:lnTo>
                  <a:lnTo>
                    <a:pt x="20785" y="710073"/>
                  </a:lnTo>
                  <a:lnTo>
                    <a:pt x="31816" y="665133"/>
                  </a:lnTo>
                  <a:lnTo>
                    <a:pt x="45055" y="621109"/>
                  </a:lnTo>
                  <a:lnTo>
                    <a:pt x="60438" y="578064"/>
                  </a:lnTo>
                  <a:lnTo>
                    <a:pt x="77904" y="536061"/>
                  </a:lnTo>
                  <a:lnTo>
                    <a:pt x="97389" y="495160"/>
                  </a:lnTo>
                  <a:lnTo>
                    <a:pt x="118831" y="455424"/>
                  </a:lnTo>
                  <a:lnTo>
                    <a:pt x="142166" y="416916"/>
                  </a:lnTo>
                  <a:lnTo>
                    <a:pt x="167332" y="379696"/>
                  </a:lnTo>
                  <a:lnTo>
                    <a:pt x="194266" y="343828"/>
                  </a:lnTo>
                  <a:lnTo>
                    <a:pt x="222905" y="309373"/>
                  </a:lnTo>
                  <a:lnTo>
                    <a:pt x="253185" y="276394"/>
                  </a:lnTo>
                  <a:lnTo>
                    <a:pt x="285045" y="244951"/>
                  </a:lnTo>
                  <a:lnTo>
                    <a:pt x="318422" y="215109"/>
                  </a:lnTo>
                  <a:lnTo>
                    <a:pt x="353252" y="186927"/>
                  </a:lnTo>
                  <a:lnTo>
                    <a:pt x="389472" y="160470"/>
                  </a:lnTo>
                  <a:lnTo>
                    <a:pt x="427020" y="135797"/>
                  </a:lnTo>
                  <a:lnTo>
                    <a:pt x="465834" y="112973"/>
                  </a:lnTo>
                  <a:lnTo>
                    <a:pt x="505849" y="92058"/>
                  </a:lnTo>
                  <a:lnTo>
                    <a:pt x="547003" y="73115"/>
                  </a:lnTo>
                  <a:lnTo>
                    <a:pt x="589233" y="56206"/>
                  </a:lnTo>
                  <a:lnTo>
                    <a:pt x="632477" y="41392"/>
                  </a:lnTo>
                  <a:lnTo>
                    <a:pt x="676672" y="28737"/>
                  </a:lnTo>
                  <a:lnTo>
                    <a:pt x="721754" y="18301"/>
                  </a:lnTo>
                  <a:lnTo>
                    <a:pt x="767660" y="10148"/>
                  </a:lnTo>
                  <a:lnTo>
                    <a:pt x="814329" y="4338"/>
                  </a:lnTo>
                  <a:lnTo>
                    <a:pt x="861697" y="935"/>
                  </a:lnTo>
                  <a:lnTo>
                    <a:pt x="909700" y="0"/>
                  </a:lnTo>
                  <a:close/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861816" y="3672840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h="661670">
                  <a:moveTo>
                    <a:pt x="0" y="0"/>
                  </a:moveTo>
                  <a:lnTo>
                    <a:pt x="0" y="661416"/>
                  </a:lnTo>
                </a:path>
              </a:pathLst>
            </a:custGeom>
            <a:ln w="6096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51961" y="3144266"/>
            <a:ext cx="1524000" cy="440436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5188965" y="3695700"/>
            <a:ext cx="1820545" cy="2482215"/>
            <a:chOff x="5188965" y="3695700"/>
            <a:chExt cx="1820545" cy="2482215"/>
          </a:xfrm>
        </p:grpSpPr>
        <p:sp>
          <p:nvSpPr>
            <p:cNvPr id="23" name="object 23"/>
            <p:cNvSpPr/>
            <p:nvPr/>
          </p:nvSpPr>
          <p:spPr>
            <a:xfrm>
              <a:off x="5359479" y="4539136"/>
              <a:ext cx="1470025" cy="1470025"/>
            </a:xfrm>
            <a:custGeom>
              <a:avLst/>
              <a:gdLst/>
              <a:ahLst/>
              <a:cxnLst/>
              <a:rect l="l" t="t" r="r" b="b"/>
              <a:pathLst>
                <a:path w="1470025" h="1470025">
                  <a:moveTo>
                    <a:pt x="720849" y="0"/>
                  </a:moveTo>
                  <a:lnTo>
                    <a:pt x="674905" y="2306"/>
                  </a:lnTo>
                  <a:lnTo>
                    <a:pt x="629452" y="7467"/>
                  </a:lnTo>
                  <a:lnTo>
                    <a:pt x="584611" y="15418"/>
                  </a:lnTo>
                  <a:lnTo>
                    <a:pt x="540503" y="26094"/>
                  </a:lnTo>
                  <a:lnTo>
                    <a:pt x="497250" y="39434"/>
                  </a:lnTo>
                  <a:lnTo>
                    <a:pt x="454973" y="55372"/>
                  </a:lnTo>
                  <a:lnTo>
                    <a:pt x="413793" y="73845"/>
                  </a:lnTo>
                  <a:lnTo>
                    <a:pt x="373831" y="94790"/>
                  </a:lnTo>
                  <a:lnTo>
                    <a:pt x="335209" y="118142"/>
                  </a:lnTo>
                  <a:lnTo>
                    <a:pt x="298047" y="143839"/>
                  </a:lnTo>
                  <a:lnTo>
                    <a:pt x="262468" y="171816"/>
                  </a:lnTo>
                  <a:lnTo>
                    <a:pt x="228592" y="202009"/>
                  </a:lnTo>
                  <a:lnTo>
                    <a:pt x="196540" y="234356"/>
                  </a:lnTo>
                  <a:lnTo>
                    <a:pt x="166434" y="268792"/>
                  </a:lnTo>
                  <a:lnTo>
                    <a:pt x="138395" y="305254"/>
                  </a:lnTo>
                  <a:lnTo>
                    <a:pt x="112544" y="343677"/>
                  </a:lnTo>
                  <a:lnTo>
                    <a:pt x="89003" y="383999"/>
                  </a:lnTo>
                  <a:lnTo>
                    <a:pt x="67892" y="426155"/>
                  </a:lnTo>
                  <a:lnTo>
                    <a:pt x="49334" y="470083"/>
                  </a:lnTo>
                  <a:lnTo>
                    <a:pt x="33448" y="515717"/>
                  </a:lnTo>
                  <a:lnTo>
                    <a:pt x="20546" y="562297"/>
                  </a:lnTo>
                  <a:lnTo>
                    <a:pt x="10813" y="608992"/>
                  </a:lnTo>
                  <a:lnTo>
                    <a:pt x="4187" y="655681"/>
                  </a:lnTo>
                  <a:lnTo>
                    <a:pt x="604" y="702243"/>
                  </a:lnTo>
                  <a:lnTo>
                    <a:pt x="0" y="748557"/>
                  </a:lnTo>
                  <a:lnTo>
                    <a:pt x="2311" y="794500"/>
                  </a:lnTo>
                  <a:lnTo>
                    <a:pt x="7475" y="839953"/>
                  </a:lnTo>
                  <a:lnTo>
                    <a:pt x="15428" y="884794"/>
                  </a:lnTo>
                  <a:lnTo>
                    <a:pt x="26107" y="928901"/>
                  </a:lnTo>
                  <a:lnTo>
                    <a:pt x="39447" y="972154"/>
                  </a:lnTo>
                  <a:lnTo>
                    <a:pt x="55385" y="1014431"/>
                  </a:lnTo>
                  <a:lnTo>
                    <a:pt x="73859" y="1055611"/>
                  </a:lnTo>
                  <a:lnTo>
                    <a:pt x="94803" y="1095573"/>
                  </a:lnTo>
                  <a:lnTo>
                    <a:pt x="118156" y="1134196"/>
                  </a:lnTo>
                  <a:lnTo>
                    <a:pt x="143853" y="1171357"/>
                  </a:lnTo>
                  <a:lnTo>
                    <a:pt x="171831" y="1206937"/>
                  </a:lnTo>
                  <a:lnTo>
                    <a:pt x="202026" y="1240814"/>
                  </a:lnTo>
                  <a:lnTo>
                    <a:pt x="234375" y="1272867"/>
                  </a:lnTo>
                  <a:lnTo>
                    <a:pt x="268815" y="1302974"/>
                  </a:lnTo>
                  <a:lnTo>
                    <a:pt x="305281" y="1331014"/>
                  </a:lnTo>
                  <a:lnTo>
                    <a:pt x="343711" y="1356866"/>
                  </a:lnTo>
                  <a:lnTo>
                    <a:pt x="384041" y="1380409"/>
                  </a:lnTo>
                  <a:lnTo>
                    <a:pt x="426207" y="1401522"/>
                  </a:lnTo>
                  <a:lnTo>
                    <a:pt x="470146" y="1420083"/>
                  </a:lnTo>
                  <a:lnTo>
                    <a:pt x="515794" y="1435972"/>
                  </a:lnTo>
                  <a:lnTo>
                    <a:pt x="562360" y="1448877"/>
                  </a:lnTo>
                  <a:lnTo>
                    <a:pt x="609042" y="1458612"/>
                  </a:lnTo>
                  <a:lnTo>
                    <a:pt x="655719" y="1465240"/>
                  </a:lnTo>
                  <a:lnTo>
                    <a:pt x="702270" y="1468824"/>
                  </a:lnTo>
                  <a:lnTo>
                    <a:pt x="748574" y="1469429"/>
                  </a:lnTo>
                  <a:lnTo>
                    <a:pt x="794510" y="1467117"/>
                  </a:lnTo>
                  <a:lnTo>
                    <a:pt x="839956" y="1461953"/>
                  </a:lnTo>
                  <a:lnTo>
                    <a:pt x="884791" y="1454000"/>
                  </a:lnTo>
                  <a:lnTo>
                    <a:pt x="928893" y="1443321"/>
                  </a:lnTo>
                  <a:lnTo>
                    <a:pt x="972143" y="1429980"/>
                  </a:lnTo>
                  <a:lnTo>
                    <a:pt x="1014418" y="1414040"/>
                  </a:lnTo>
                  <a:lnTo>
                    <a:pt x="1055597" y="1395565"/>
                  </a:lnTo>
                  <a:lnTo>
                    <a:pt x="1095558" y="1374619"/>
                  </a:lnTo>
                  <a:lnTo>
                    <a:pt x="1134182" y="1351265"/>
                  </a:lnTo>
                  <a:lnTo>
                    <a:pt x="1171346" y="1325566"/>
                  </a:lnTo>
                  <a:lnTo>
                    <a:pt x="1206929" y="1297587"/>
                  </a:lnTo>
                  <a:lnTo>
                    <a:pt x="1240810" y="1267390"/>
                  </a:lnTo>
                  <a:lnTo>
                    <a:pt x="1272868" y="1235039"/>
                  </a:lnTo>
                  <a:lnTo>
                    <a:pt x="1302981" y="1200598"/>
                  </a:lnTo>
                  <a:lnTo>
                    <a:pt x="1331029" y="1164130"/>
                  </a:lnTo>
                  <a:lnTo>
                    <a:pt x="1356889" y="1125699"/>
                  </a:lnTo>
                  <a:lnTo>
                    <a:pt x="1380441" y="1085368"/>
                  </a:lnTo>
                  <a:lnTo>
                    <a:pt x="1401564" y="1043201"/>
                  </a:lnTo>
                  <a:lnTo>
                    <a:pt x="1420136" y="999262"/>
                  </a:lnTo>
                  <a:lnTo>
                    <a:pt x="1436036" y="953613"/>
                  </a:lnTo>
                  <a:lnTo>
                    <a:pt x="1448939" y="907048"/>
                  </a:lnTo>
                  <a:lnTo>
                    <a:pt x="1458671" y="860366"/>
                  </a:lnTo>
                  <a:lnTo>
                    <a:pt x="1465297" y="813689"/>
                  </a:lnTo>
                  <a:lnTo>
                    <a:pt x="1468881" y="767138"/>
                  </a:lnTo>
                  <a:lnTo>
                    <a:pt x="1469485" y="720834"/>
                  </a:lnTo>
                  <a:lnTo>
                    <a:pt x="1467173" y="674899"/>
                  </a:lnTo>
                  <a:lnTo>
                    <a:pt x="1462009" y="629455"/>
                  </a:lnTo>
                  <a:lnTo>
                    <a:pt x="1454056" y="584621"/>
                  </a:lnTo>
                  <a:lnTo>
                    <a:pt x="1443378" y="540520"/>
                  </a:lnTo>
                  <a:lnTo>
                    <a:pt x="1430038" y="497273"/>
                  </a:lnTo>
                  <a:lnTo>
                    <a:pt x="1414099" y="455000"/>
                  </a:lnTo>
                  <a:lnTo>
                    <a:pt x="1395626" y="413825"/>
                  </a:lnTo>
                  <a:lnTo>
                    <a:pt x="1374681" y="373867"/>
                  </a:lnTo>
                  <a:lnTo>
                    <a:pt x="1351329" y="335248"/>
                  </a:lnTo>
                  <a:lnTo>
                    <a:pt x="1325632" y="298089"/>
                  </a:lnTo>
                  <a:lnTo>
                    <a:pt x="1297654" y="262512"/>
                  </a:lnTo>
                  <a:lnTo>
                    <a:pt x="1267458" y="228637"/>
                  </a:lnTo>
                  <a:lnTo>
                    <a:pt x="1235109" y="196587"/>
                  </a:lnTo>
                  <a:lnTo>
                    <a:pt x="1200670" y="166482"/>
                  </a:lnTo>
                  <a:lnTo>
                    <a:pt x="1164203" y="138444"/>
                  </a:lnTo>
                  <a:lnTo>
                    <a:pt x="1125774" y="112593"/>
                  </a:lnTo>
                  <a:lnTo>
                    <a:pt x="1085444" y="89053"/>
                  </a:lnTo>
                  <a:lnTo>
                    <a:pt x="1043278" y="67942"/>
                  </a:lnTo>
                  <a:lnTo>
                    <a:pt x="999339" y="49384"/>
                  </a:lnTo>
                  <a:lnTo>
                    <a:pt x="953690" y="33498"/>
                  </a:lnTo>
                  <a:lnTo>
                    <a:pt x="907110" y="20582"/>
                  </a:lnTo>
                  <a:lnTo>
                    <a:pt x="860415" y="10837"/>
                  </a:lnTo>
                  <a:lnTo>
                    <a:pt x="813725" y="4201"/>
                  </a:lnTo>
                  <a:lnTo>
                    <a:pt x="767163" y="610"/>
                  </a:lnTo>
                  <a:lnTo>
                    <a:pt x="72084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66003" y="4497323"/>
              <a:ext cx="1542288" cy="154076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369051" y="4537836"/>
              <a:ext cx="1460500" cy="1459865"/>
            </a:xfrm>
            <a:custGeom>
              <a:avLst/>
              <a:gdLst/>
              <a:ahLst/>
              <a:cxnLst/>
              <a:rect l="l" t="t" r="r" b="b"/>
              <a:pathLst>
                <a:path w="1460500" h="1459864">
                  <a:moveTo>
                    <a:pt x="727583" y="0"/>
                  </a:moveTo>
                  <a:lnTo>
                    <a:pt x="729996" y="729869"/>
                  </a:lnTo>
                  <a:lnTo>
                    <a:pt x="155448" y="279526"/>
                  </a:lnTo>
                  <a:lnTo>
                    <a:pt x="126482" y="319159"/>
                  </a:lnTo>
                  <a:lnTo>
                    <a:pt x="100352" y="360457"/>
                  </a:lnTo>
                  <a:lnTo>
                    <a:pt x="77113" y="403265"/>
                  </a:lnTo>
                  <a:lnTo>
                    <a:pt x="56820" y="447429"/>
                  </a:lnTo>
                  <a:lnTo>
                    <a:pt x="39528" y="492791"/>
                  </a:lnTo>
                  <a:lnTo>
                    <a:pt x="25292" y="539198"/>
                  </a:lnTo>
                  <a:lnTo>
                    <a:pt x="14166" y="586493"/>
                  </a:lnTo>
                  <a:lnTo>
                    <a:pt x="6205" y="634521"/>
                  </a:lnTo>
                  <a:lnTo>
                    <a:pt x="1465" y="683127"/>
                  </a:lnTo>
                  <a:lnTo>
                    <a:pt x="0" y="732154"/>
                  </a:lnTo>
                  <a:lnTo>
                    <a:pt x="1704" y="780142"/>
                  </a:lnTo>
                  <a:lnTo>
                    <a:pt x="6447" y="827290"/>
                  </a:lnTo>
                  <a:lnTo>
                    <a:pt x="14133" y="873503"/>
                  </a:lnTo>
                  <a:lnTo>
                    <a:pt x="24665" y="918686"/>
                  </a:lnTo>
                  <a:lnTo>
                    <a:pt x="37947" y="962742"/>
                  </a:lnTo>
                  <a:lnTo>
                    <a:pt x="53882" y="1005575"/>
                  </a:lnTo>
                  <a:lnTo>
                    <a:pt x="72373" y="1047090"/>
                  </a:lnTo>
                  <a:lnTo>
                    <a:pt x="93324" y="1087192"/>
                  </a:lnTo>
                  <a:lnTo>
                    <a:pt x="116638" y="1125783"/>
                  </a:lnTo>
                  <a:lnTo>
                    <a:pt x="142219" y="1162768"/>
                  </a:lnTo>
                  <a:lnTo>
                    <a:pt x="169970" y="1198052"/>
                  </a:lnTo>
                  <a:lnTo>
                    <a:pt x="199795" y="1231538"/>
                  </a:lnTo>
                  <a:lnTo>
                    <a:pt x="231597" y="1263132"/>
                  </a:lnTo>
                  <a:lnTo>
                    <a:pt x="265279" y="1292736"/>
                  </a:lnTo>
                  <a:lnTo>
                    <a:pt x="300746" y="1320255"/>
                  </a:lnTo>
                  <a:lnTo>
                    <a:pt x="337899" y="1345593"/>
                  </a:lnTo>
                  <a:lnTo>
                    <a:pt x="376644" y="1368654"/>
                  </a:lnTo>
                  <a:lnTo>
                    <a:pt x="416883" y="1389343"/>
                  </a:lnTo>
                  <a:lnTo>
                    <a:pt x="458519" y="1407564"/>
                  </a:lnTo>
                  <a:lnTo>
                    <a:pt x="501456" y="1423221"/>
                  </a:lnTo>
                  <a:lnTo>
                    <a:pt x="545599" y="1436217"/>
                  </a:lnTo>
                  <a:lnTo>
                    <a:pt x="590849" y="1446458"/>
                  </a:lnTo>
                  <a:lnTo>
                    <a:pt x="637110" y="1453847"/>
                  </a:lnTo>
                  <a:lnTo>
                    <a:pt x="684287" y="1458289"/>
                  </a:lnTo>
                  <a:lnTo>
                    <a:pt x="732282" y="1459687"/>
                  </a:lnTo>
                  <a:lnTo>
                    <a:pt x="780281" y="1457979"/>
                  </a:lnTo>
                  <a:lnTo>
                    <a:pt x="827440" y="1453232"/>
                  </a:lnTo>
                  <a:lnTo>
                    <a:pt x="873665" y="1445545"/>
                  </a:lnTo>
                  <a:lnTo>
                    <a:pt x="918858" y="1435012"/>
                  </a:lnTo>
                  <a:lnTo>
                    <a:pt x="962924" y="1421731"/>
                  </a:lnTo>
                  <a:lnTo>
                    <a:pt x="1005767" y="1405798"/>
                  </a:lnTo>
                  <a:lnTo>
                    <a:pt x="1047291" y="1387309"/>
                  </a:lnTo>
                  <a:lnTo>
                    <a:pt x="1087401" y="1366360"/>
                  </a:lnTo>
                  <a:lnTo>
                    <a:pt x="1126001" y="1343049"/>
                  </a:lnTo>
                  <a:lnTo>
                    <a:pt x="1162994" y="1317472"/>
                  </a:lnTo>
                  <a:lnTo>
                    <a:pt x="1198286" y="1289725"/>
                  </a:lnTo>
                  <a:lnTo>
                    <a:pt x="1231779" y="1259905"/>
                  </a:lnTo>
                  <a:lnTo>
                    <a:pt x="1263379" y="1228107"/>
                  </a:lnTo>
                  <a:lnTo>
                    <a:pt x="1292990" y="1194430"/>
                  </a:lnTo>
                  <a:lnTo>
                    <a:pt x="1320515" y="1158968"/>
                  </a:lnTo>
                  <a:lnTo>
                    <a:pt x="1345859" y="1121819"/>
                  </a:lnTo>
                  <a:lnTo>
                    <a:pt x="1368926" y="1083079"/>
                  </a:lnTo>
                  <a:lnTo>
                    <a:pt x="1389620" y="1042844"/>
                  </a:lnTo>
                  <a:lnTo>
                    <a:pt x="1407846" y="1001211"/>
                  </a:lnTo>
                  <a:lnTo>
                    <a:pt x="1423507" y="958276"/>
                  </a:lnTo>
                  <a:lnTo>
                    <a:pt x="1436508" y="914137"/>
                  </a:lnTo>
                  <a:lnTo>
                    <a:pt x="1446752" y="868888"/>
                  </a:lnTo>
                  <a:lnTo>
                    <a:pt x="1454145" y="822628"/>
                  </a:lnTo>
                  <a:lnTo>
                    <a:pt x="1458590" y="775451"/>
                  </a:lnTo>
                  <a:lnTo>
                    <a:pt x="1459992" y="727456"/>
                  </a:lnTo>
                  <a:lnTo>
                    <a:pt x="1458287" y="679472"/>
                  </a:lnTo>
                  <a:lnTo>
                    <a:pt x="1453544" y="632327"/>
                  </a:lnTo>
                  <a:lnTo>
                    <a:pt x="1445858" y="586118"/>
                  </a:lnTo>
                  <a:lnTo>
                    <a:pt x="1435325" y="540940"/>
                  </a:lnTo>
                  <a:lnTo>
                    <a:pt x="1422043" y="496889"/>
                  </a:lnTo>
                  <a:lnTo>
                    <a:pt x="1406107" y="454060"/>
                  </a:lnTo>
                  <a:lnTo>
                    <a:pt x="1387615" y="412550"/>
                  </a:lnTo>
                  <a:lnTo>
                    <a:pt x="1366663" y="372453"/>
                  </a:lnTo>
                  <a:lnTo>
                    <a:pt x="1343347" y="333867"/>
                  </a:lnTo>
                  <a:lnTo>
                    <a:pt x="1317764" y="296887"/>
                  </a:lnTo>
                  <a:lnTo>
                    <a:pt x="1290010" y="261608"/>
                  </a:lnTo>
                  <a:lnTo>
                    <a:pt x="1260182" y="228126"/>
                  </a:lnTo>
                  <a:lnTo>
                    <a:pt x="1228376" y="196538"/>
                  </a:lnTo>
                  <a:lnTo>
                    <a:pt x="1194689" y="166938"/>
                  </a:lnTo>
                  <a:lnTo>
                    <a:pt x="1159218" y="139423"/>
                  </a:lnTo>
                  <a:lnTo>
                    <a:pt x="1122058" y="114089"/>
                  </a:lnTo>
                  <a:lnTo>
                    <a:pt x="1083307" y="91030"/>
                  </a:lnTo>
                  <a:lnTo>
                    <a:pt x="1043061" y="70344"/>
                  </a:lnTo>
                  <a:lnTo>
                    <a:pt x="1001416" y="52125"/>
                  </a:lnTo>
                  <a:lnTo>
                    <a:pt x="958470" y="36470"/>
                  </a:lnTo>
                  <a:lnTo>
                    <a:pt x="914317" y="23474"/>
                  </a:lnTo>
                  <a:lnTo>
                    <a:pt x="869056" y="13233"/>
                  </a:lnTo>
                  <a:lnTo>
                    <a:pt x="822782" y="5843"/>
                  </a:lnTo>
                  <a:lnTo>
                    <a:pt x="775592" y="1400"/>
                  </a:lnTo>
                  <a:lnTo>
                    <a:pt x="72758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477509" y="4662805"/>
              <a:ext cx="1233805" cy="1233805"/>
            </a:xfrm>
            <a:custGeom>
              <a:avLst/>
              <a:gdLst/>
              <a:ahLst/>
              <a:cxnLst/>
              <a:rect l="l" t="t" r="r" b="b"/>
              <a:pathLst>
                <a:path w="1233804" h="1233804">
                  <a:moveTo>
                    <a:pt x="620776" y="0"/>
                  </a:moveTo>
                  <a:lnTo>
                    <a:pt x="572565" y="1533"/>
                  </a:lnTo>
                  <a:lnTo>
                    <a:pt x="525345" y="6695"/>
                  </a:lnTo>
                  <a:lnTo>
                    <a:pt x="479253" y="15349"/>
                  </a:lnTo>
                  <a:lnTo>
                    <a:pt x="434427" y="27359"/>
                  </a:lnTo>
                  <a:lnTo>
                    <a:pt x="391006" y="42588"/>
                  </a:lnTo>
                  <a:lnTo>
                    <a:pt x="349127" y="60900"/>
                  </a:lnTo>
                  <a:lnTo>
                    <a:pt x="308929" y="82159"/>
                  </a:lnTo>
                  <a:lnTo>
                    <a:pt x="270550" y="106228"/>
                  </a:lnTo>
                  <a:lnTo>
                    <a:pt x="234128" y="132971"/>
                  </a:lnTo>
                  <a:lnTo>
                    <a:pt x="199801" y="162251"/>
                  </a:lnTo>
                  <a:lnTo>
                    <a:pt x="167708" y="193931"/>
                  </a:lnTo>
                  <a:lnTo>
                    <a:pt x="137986" y="227877"/>
                  </a:lnTo>
                  <a:lnTo>
                    <a:pt x="110774" y="263950"/>
                  </a:lnTo>
                  <a:lnTo>
                    <a:pt x="86209" y="302015"/>
                  </a:lnTo>
                  <a:lnTo>
                    <a:pt x="64430" y="341935"/>
                  </a:lnTo>
                  <a:lnTo>
                    <a:pt x="45576" y="383574"/>
                  </a:lnTo>
                  <a:lnTo>
                    <a:pt x="29783" y="426795"/>
                  </a:lnTo>
                  <a:lnTo>
                    <a:pt x="17192" y="471462"/>
                  </a:lnTo>
                  <a:lnTo>
                    <a:pt x="7938" y="517439"/>
                  </a:lnTo>
                  <a:lnTo>
                    <a:pt x="2161" y="564588"/>
                  </a:lnTo>
                  <a:lnTo>
                    <a:pt x="0" y="612775"/>
                  </a:lnTo>
                  <a:lnTo>
                    <a:pt x="1532" y="660979"/>
                  </a:lnTo>
                  <a:lnTo>
                    <a:pt x="6691" y="708193"/>
                  </a:lnTo>
                  <a:lnTo>
                    <a:pt x="15342" y="754279"/>
                  </a:lnTo>
                  <a:lnTo>
                    <a:pt x="27347" y="799098"/>
                  </a:lnTo>
                  <a:lnTo>
                    <a:pt x="42570" y="842513"/>
                  </a:lnTo>
                  <a:lnTo>
                    <a:pt x="60875" y="884385"/>
                  </a:lnTo>
                  <a:lnTo>
                    <a:pt x="82126" y="924576"/>
                  </a:lnTo>
                  <a:lnTo>
                    <a:pt x="106187" y="962949"/>
                  </a:lnTo>
                  <a:lnTo>
                    <a:pt x="132921" y="999366"/>
                  </a:lnTo>
                  <a:lnTo>
                    <a:pt x="162192" y="1033687"/>
                  </a:lnTo>
                  <a:lnTo>
                    <a:pt x="193863" y="1065776"/>
                  </a:lnTo>
                  <a:lnTo>
                    <a:pt x="227800" y="1095495"/>
                  </a:lnTo>
                  <a:lnTo>
                    <a:pt x="263864" y="1122704"/>
                  </a:lnTo>
                  <a:lnTo>
                    <a:pt x="301921" y="1147267"/>
                  </a:lnTo>
                  <a:lnTo>
                    <a:pt x="341833" y="1169044"/>
                  </a:lnTo>
                  <a:lnTo>
                    <a:pt x="383465" y="1187899"/>
                  </a:lnTo>
                  <a:lnTo>
                    <a:pt x="426680" y="1203693"/>
                  </a:lnTo>
                  <a:lnTo>
                    <a:pt x="471342" y="1216288"/>
                  </a:lnTo>
                  <a:lnTo>
                    <a:pt x="517315" y="1225547"/>
                  </a:lnTo>
                  <a:lnTo>
                    <a:pt x="564462" y="1231330"/>
                  </a:lnTo>
                  <a:lnTo>
                    <a:pt x="612648" y="1233500"/>
                  </a:lnTo>
                  <a:lnTo>
                    <a:pt x="660858" y="1231959"/>
                  </a:lnTo>
                  <a:lnTo>
                    <a:pt x="708078" y="1226791"/>
                  </a:lnTo>
                  <a:lnTo>
                    <a:pt x="754170" y="1218133"/>
                  </a:lnTo>
                  <a:lnTo>
                    <a:pt x="798996" y="1206122"/>
                  </a:lnTo>
                  <a:lnTo>
                    <a:pt x="842417" y="1190892"/>
                  </a:lnTo>
                  <a:lnTo>
                    <a:pt x="884296" y="1172581"/>
                  </a:lnTo>
                  <a:lnTo>
                    <a:pt x="924494" y="1151325"/>
                  </a:lnTo>
                  <a:lnTo>
                    <a:pt x="962873" y="1127260"/>
                  </a:lnTo>
                  <a:lnTo>
                    <a:pt x="999295" y="1100522"/>
                  </a:lnTo>
                  <a:lnTo>
                    <a:pt x="1033622" y="1071247"/>
                  </a:lnTo>
                  <a:lnTo>
                    <a:pt x="1065715" y="1039572"/>
                  </a:lnTo>
                  <a:lnTo>
                    <a:pt x="1095437" y="1005633"/>
                  </a:lnTo>
                  <a:lnTo>
                    <a:pt x="1122649" y="969566"/>
                  </a:lnTo>
                  <a:lnTo>
                    <a:pt x="1147214" y="931508"/>
                  </a:lnTo>
                  <a:lnTo>
                    <a:pt x="1168993" y="891594"/>
                  </a:lnTo>
                  <a:lnTo>
                    <a:pt x="1187847" y="849961"/>
                  </a:lnTo>
                  <a:lnTo>
                    <a:pt x="1203640" y="806745"/>
                  </a:lnTo>
                  <a:lnTo>
                    <a:pt x="1216231" y="762082"/>
                  </a:lnTo>
                  <a:lnTo>
                    <a:pt x="1225485" y="716109"/>
                  </a:lnTo>
                  <a:lnTo>
                    <a:pt x="1231262" y="668961"/>
                  </a:lnTo>
                  <a:lnTo>
                    <a:pt x="1233423" y="620776"/>
                  </a:lnTo>
                  <a:lnTo>
                    <a:pt x="1231891" y="572565"/>
                  </a:lnTo>
                  <a:lnTo>
                    <a:pt x="1226732" y="525345"/>
                  </a:lnTo>
                  <a:lnTo>
                    <a:pt x="1218081" y="479253"/>
                  </a:lnTo>
                  <a:lnTo>
                    <a:pt x="1206076" y="434427"/>
                  </a:lnTo>
                  <a:lnTo>
                    <a:pt x="1190853" y="391006"/>
                  </a:lnTo>
                  <a:lnTo>
                    <a:pt x="1172548" y="349127"/>
                  </a:lnTo>
                  <a:lnTo>
                    <a:pt x="1151297" y="308929"/>
                  </a:lnTo>
                  <a:lnTo>
                    <a:pt x="1127236" y="270550"/>
                  </a:lnTo>
                  <a:lnTo>
                    <a:pt x="1100502" y="234128"/>
                  </a:lnTo>
                  <a:lnTo>
                    <a:pt x="1071231" y="199801"/>
                  </a:lnTo>
                  <a:lnTo>
                    <a:pt x="1039560" y="167708"/>
                  </a:lnTo>
                  <a:lnTo>
                    <a:pt x="1005623" y="137986"/>
                  </a:lnTo>
                  <a:lnTo>
                    <a:pt x="969559" y="110774"/>
                  </a:lnTo>
                  <a:lnTo>
                    <a:pt x="931502" y="86209"/>
                  </a:lnTo>
                  <a:lnTo>
                    <a:pt x="891590" y="64430"/>
                  </a:lnTo>
                  <a:lnTo>
                    <a:pt x="849958" y="45576"/>
                  </a:lnTo>
                  <a:lnTo>
                    <a:pt x="806743" y="29783"/>
                  </a:lnTo>
                  <a:lnTo>
                    <a:pt x="762081" y="17192"/>
                  </a:lnTo>
                  <a:lnTo>
                    <a:pt x="716108" y="7938"/>
                  </a:lnTo>
                  <a:lnTo>
                    <a:pt x="668961" y="2161"/>
                  </a:lnTo>
                  <a:lnTo>
                    <a:pt x="620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195315" y="4363973"/>
              <a:ext cx="1807845" cy="1807845"/>
            </a:xfrm>
            <a:custGeom>
              <a:avLst/>
              <a:gdLst/>
              <a:ahLst/>
              <a:cxnLst/>
              <a:rect l="l" t="t" r="r" b="b"/>
              <a:pathLst>
                <a:path w="1807845" h="1807845">
                  <a:moveTo>
                    <a:pt x="909574" y="0"/>
                  </a:moveTo>
                  <a:lnTo>
                    <a:pt x="957561" y="1558"/>
                  </a:lnTo>
                  <a:lnTo>
                    <a:pt x="1004881" y="5576"/>
                  </a:lnTo>
                  <a:lnTo>
                    <a:pt x="1051471" y="11992"/>
                  </a:lnTo>
                  <a:lnTo>
                    <a:pt x="1097269" y="20742"/>
                  </a:lnTo>
                  <a:lnTo>
                    <a:pt x="1142212" y="31764"/>
                  </a:lnTo>
                  <a:lnTo>
                    <a:pt x="1186239" y="44994"/>
                  </a:lnTo>
                  <a:lnTo>
                    <a:pt x="1229288" y="60370"/>
                  </a:lnTo>
                  <a:lnTo>
                    <a:pt x="1271296" y="77829"/>
                  </a:lnTo>
                  <a:lnTo>
                    <a:pt x="1312202" y="97308"/>
                  </a:lnTo>
                  <a:lnTo>
                    <a:pt x="1351943" y="118743"/>
                  </a:lnTo>
                  <a:lnTo>
                    <a:pt x="1390457" y="142073"/>
                  </a:lnTo>
                  <a:lnTo>
                    <a:pt x="1427682" y="167234"/>
                  </a:lnTo>
                  <a:lnTo>
                    <a:pt x="1463556" y="194164"/>
                  </a:lnTo>
                  <a:lnTo>
                    <a:pt x="1498017" y="222799"/>
                  </a:lnTo>
                  <a:lnTo>
                    <a:pt x="1531003" y="253076"/>
                  </a:lnTo>
                  <a:lnTo>
                    <a:pt x="1562451" y="284933"/>
                  </a:lnTo>
                  <a:lnTo>
                    <a:pt x="1592300" y="318307"/>
                  </a:lnTo>
                  <a:lnTo>
                    <a:pt x="1620487" y="353134"/>
                  </a:lnTo>
                  <a:lnTo>
                    <a:pt x="1646951" y="389353"/>
                  </a:lnTo>
                  <a:lnTo>
                    <a:pt x="1671629" y="426899"/>
                  </a:lnTo>
                  <a:lnTo>
                    <a:pt x="1694459" y="465711"/>
                  </a:lnTo>
                  <a:lnTo>
                    <a:pt x="1715379" y="505725"/>
                  </a:lnTo>
                  <a:lnTo>
                    <a:pt x="1734327" y="546878"/>
                  </a:lnTo>
                  <a:lnTo>
                    <a:pt x="1751241" y="589108"/>
                  </a:lnTo>
                  <a:lnTo>
                    <a:pt x="1766058" y="632351"/>
                  </a:lnTo>
                  <a:lnTo>
                    <a:pt x="1778717" y="676545"/>
                  </a:lnTo>
                  <a:lnTo>
                    <a:pt x="1789156" y="721627"/>
                  </a:lnTo>
                  <a:lnTo>
                    <a:pt x="1797312" y="767533"/>
                  </a:lnTo>
                  <a:lnTo>
                    <a:pt x="1803123" y="814202"/>
                  </a:lnTo>
                  <a:lnTo>
                    <a:pt x="1806528" y="861570"/>
                  </a:lnTo>
                  <a:lnTo>
                    <a:pt x="1807464" y="909573"/>
                  </a:lnTo>
                  <a:lnTo>
                    <a:pt x="1805894" y="957566"/>
                  </a:lnTo>
                  <a:lnTo>
                    <a:pt x="1801865" y="1004889"/>
                  </a:lnTo>
                  <a:lnTo>
                    <a:pt x="1795441" y="1051482"/>
                  </a:lnTo>
                  <a:lnTo>
                    <a:pt x="1786683" y="1097281"/>
                  </a:lnTo>
                  <a:lnTo>
                    <a:pt x="1775655" y="1142226"/>
                  </a:lnTo>
                  <a:lnTo>
                    <a:pt x="1762420" y="1186254"/>
                  </a:lnTo>
                  <a:lnTo>
                    <a:pt x="1747040" y="1229303"/>
                  </a:lnTo>
                  <a:lnTo>
                    <a:pt x="1729578" y="1271310"/>
                  </a:lnTo>
                  <a:lnTo>
                    <a:pt x="1710096" y="1312215"/>
                  </a:lnTo>
                  <a:lnTo>
                    <a:pt x="1688659" y="1351955"/>
                  </a:lnTo>
                  <a:lnTo>
                    <a:pt x="1665328" y="1390467"/>
                  </a:lnTo>
                  <a:lnTo>
                    <a:pt x="1640166" y="1427690"/>
                  </a:lnTo>
                  <a:lnTo>
                    <a:pt x="1613236" y="1463562"/>
                  </a:lnTo>
                  <a:lnTo>
                    <a:pt x="1584601" y="1498021"/>
                  </a:lnTo>
                  <a:lnTo>
                    <a:pt x="1554324" y="1531004"/>
                  </a:lnTo>
                  <a:lnTo>
                    <a:pt x="1522467" y="1562450"/>
                  </a:lnTo>
                  <a:lnTo>
                    <a:pt x="1489093" y="1592296"/>
                  </a:lnTo>
                  <a:lnTo>
                    <a:pt x="1454265" y="1620481"/>
                  </a:lnTo>
                  <a:lnTo>
                    <a:pt x="1418046" y="1646943"/>
                  </a:lnTo>
                  <a:lnTo>
                    <a:pt x="1380499" y="1671619"/>
                  </a:lnTo>
                  <a:lnTo>
                    <a:pt x="1341686" y="1694447"/>
                  </a:lnTo>
                  <a:lnTo>
                    <a:pt x="1301670" y="1715366"/>
                  </a:lnTo>
                  <a:lnTo>
                    <a:pt x="1260514" y="1734313"/>
                  </a:lnTo>
                  <a:lnTo>
                    <a:pt x="1218281" y="1751226"/>
                  </a:lnTo>
                  <a:lnTo>
                    <a:pt x="1175034" y="1766044"/>
                  </a:lnTo>
                  <a:lnTo>
                    <a:pt x="1130835" y="1778703"/>
                  </a:lnTo>
                  <a:lnTo>
                    <a:pt x="1085747" y="1789143"/>
                  </a:lnTo>
                  <a:lnTo>
                    <a:pt x="1039833" y="1797301"/>
                  </a:lnTo>
                  <a:lnTo>
                    <a:pt x="993156" y="1803115"/>
                  </a:lnTo>
                  <a:lnTo>
                    <a:pt x="945778" y="1806523"/>
                  </a:lnTo>
                  <a:lnTo>
                    <a:pt x="897763" y="1807464"/>
                  </a:lnTo>
                  <a:lnTo>
                    <a:pt x="849775" y="1805897"/>
                  </a:lnTo>
                  <a:lnTo>
                    <a:pt x="802456" y="1801871"/>
                  </a:lnTo>
                  <a:lnTo>
                    <a:pt x="755868" y="1795448"/>
                  </a:lnTo>
                  <a:lnTo>
                    <a:pt x="710073" y="1786692"/>
                  </a:lnTo>
                  <a:lnTo>
                    <a:pt x="665133" y="1775664"/>
                  </a:lnTo>
                  <a:lnTo>
                    <a:pt x="621109" y="1762428"/>
                  </a:lnTo>
                  <a:lnTo>
                    <a:pt x="578064" y="1747048"/>
                  </a:lnTo>
                  <a:lnTo>
                    <a:pt x="536061" y="1729584"/>
                  </a:lnTo>
                  <a:lnTo>
                    <a:pt x="495160" y="1710102"/>
                  </a:lnTo>
                  <a:lnTo>
                    <a:pt x="455424" y="1688662"/>
                  </a:lnTo>
                  <a:lnTo>
                    <a:pt x="416916" y="1665329"/>
                  </a:lnTo>
                  <a:lnTo>
                    <a:pt x="379696" y="1640165"/>
                  </a:lnTo>
                  <a:lnTo>
                    <a:pt x="343828" y="1613233"/>
                  </a:lnTo>
                  <a:lnTo>
                    <a:pt x="309373" y="1584595"/>
                  </a:lnTo>
                  <a:lnTo>
                    <a:pt x="276394" y="1554315"/>
                  </a:lnTo>
                  <a:lnTo>
                    <a:pt x="244951" y="1522456"/>
                  </a:lnTo>
                  <a:lnTo>
                    <a:pt x="215109" y="1489080"/>
                  </a:lnTo>
                  <a:lnTo>
                    <a:pt x="186927" y="1454250"/>
                  </a:lnTo>
                  <a:lnTo>
                    <a:pt x="160470" y="1418029"/>
                  </a:lnTo>
                  <a:lnTo>
                    <a:pt x="135797" y="1380480"/>
                  </a:lnTo>
                  <a:lnTo>
                    <a:pt x="112973" y="1341666"/>
                  </a:lnTo>
                  <a:lnTo>
                    <a:pt x="92058" y="1301649"/>
                  </a:lnTo>
                  <a:lnTo>
                    <a:pt x="73115" y="1260493"/>
                  </a:lnTo>
                  <a:lnTo>
                    <a:pt x="56206" y="1218260"/>
                  </a:lnTo>
                  <a:lnTo>
                    <a:pt x="41392" y="1175013"/>
                  </a:lnTo>
                  <a:lnTo>
                    <a:pt x="28737" y="1130816"/>
                  </a:lnTo>
                  <a:lnTo>
                    <a:pt x="18301" y="1085730"/>
                  </a:lnTo>
                  <a:lnTo>
                    <a:pt x="10148" y="1039819"/>
                  </a:lnTo>
                  <a:lnTo>
                    <a:pt x="4338" y="993145"/>
                  </a:lnTo>
                  <a:lnTo>
                    <a:pt x="935" y="945772"/>
                  </a:lnTo>
                  <a:lnTo>
                    <a:pt x="0" y="897763"/>
                  </a:lnTo>
                  <a:lnTo>
                    <a:pt x="1558" y="849775"/>
                  </a:lnTo>
                  <a:lnTo>
                    <a:pt x="5576" y="802456"/>
                  </a:lnTo>
                  <a:lnTo>
                    <a:pt x="11992" y="755868"/>
                  </a:lnTo>
                  <a:lnTo>
                    <a:pt x="20742" y="710073"/>
                  </a:lnTo>
                  <a:lnTo>
                    <a:pt x="31764" y="665133"/>
                  </a:lnTo>
                  <a:lnTo>
                    <a:pt x="44994" y="621109"/>
                  </a:lnTo>
                  <a:lnTo>
                    <a:pt x="60370" y="578064"/>
                  </a:lnTo>
                  <a:lnTo>
                    <a:pt x="77829" y="536061"/>
                  </a:lnTo>
                  <a:lnTo>
                    <a:pt x="97308" y="495160"/>
                  </a:lnTo>
                  <a:lnTo>
                    <a:pt x="118743" y="455424"/>
                  </a:lnTo>
                  <a:lnTo>
                    <a:pt x="142073" y="416916"/>
                  </a:lnTo>
                  <a:lnTo>
                    <a:pt x="167234" y="379696"/>
                  </a:lnTo>
                  <a:lnTo>
                    <a:pt x="194164" y="343828"/>
                  </a:lnTo>
                  <a:lnTo>
                    <a:pt x="222799" y="309373"/>
                  </a:lnTo>
                  <a:lnTo>
                    <a:pt x="253076" y="276394"/>
                  </a:lnTo>
                  <a:lnTo>
                    <a:pt x="284933" y="244951"/>
                  </a:lnTo>
                  <a:lnTo>
                    <a:pt x="318307" y="215109"/>
                  </a:lnTo>
                  <a:lnTo>
                    <a:pt x="353134" y="186927"/>
                  </a:lnTo>
                  <a:lnTo>
                    <a:pt x="389353" y="160470"/>
                  </a:lnTo>
                  <a:lnTo>
                    <a:pt x="426899" y="135797"/>
                  </a:lnTo>
                  <a:lnTo>
                    <a:pt x="465711" y="112973"/>
                  </a:lnTo>
                  <a:lnTo>
                    <a:pt x="505725" y="92058"/>
                  </a:lnTo>
                  <a:lnTo>
                    <a:pt x="546878" y="73115"/>
                  </a:lnTo>
                  <a:lnTo>
                    <a:pt x="589108" y="56206"/>
                  </a:lnTo>
                  <a:lnTo>
                    <a:pt x="632351" y="41392"/>
                  </a:lnTo>
                  <a:lnTo>
                    <a:pt x="676545" y="28737"/>
                  </a:lnTo>
                  <a:lnTo>
                    <a:pt x="721627" y="18301"/>
                  </a:lnTo>
                  <a:lnTo>
                    <a:pt x="767533" y="10148"/>
                  </a:lnTo>
                  <a:lnTo>
                    <a:pt x="814202" y="4338"/>
                  </a:lnTo>
                  <a:lnTo>
                    <a:pt x="861570" y="935"/>
                  </a:lnTo>
                  <a:lnTo>
                    <a:pt x="909574" y="0"/>
                  </a:lnTo>
                  <a:close/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095999" y="3695700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h="661670">
                  <a:moveTo>
                    <a:pt x="0" y="0"/>
                  </a:moveTo>
                  <a:lnTo>
                    <a:pt x="0" y="661416"/>
                  </a:lnTo>
                </a:path>
              </a:pathLst>
            </a:custGeom>
            <a:ln w="6096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657659" y="5011890"/>
              <a:ext cx="738505" cy="591820"/>
            </a:xfrm>
            <a:custGeom>
              <a:avLst/>
              <a:gdLst/>
              <a:ahLst/>
              <a:cxnLst/>
              <a:rect l="l" t="t" r="r" b="b"/>
              <a:pathLst>
                <a:path w="738504" h="591820">
                  <a:moveTo>
                    <a:pt x="253936" y="420661"/>
                  </a:moveTo>
                  <a:lnTo>
                    <a:pt x="253936" y="591768"/>
                  </a:lnTo>
                  <a:lnTo>
                    <a:pt x="268414" y="591768"/>
                  </a:lnTo>
                  <a:lnTo>
                    <a:pt x="286273" y="569996"/>
                  </a:lnTo>
                  <a:lnTo>
                    <a:pt x="325564" y="536263"/>
                  </a:lnTo>
                  <a:lnTo>
                    <a:pt x="364855" y="505254"/>
                  </a:lnTo>
                  <a:lnTo>
                    <a:pt x="382714" y="491654"/>
                  </a:lnTo>
                  <a:lnTo>
                    <a:pt x="253936" y="420661"/>
                  </a:lnTo>
                  <a:close/>
                </a:path>
                <a:path w="738504" h="591820">
                  <a:moveTo>
                    <a:pt x="734225" y="41755"/>
                  </a:moveTo>
                  <a:lnTo>
                    <a:pt x="695007" y="41755"/>
                  </a:lnTo>
                  <a:lnTo>
                    <a:pt x="695007" y="47916"/>
                  </a:lnTo>
                  <a:lnTo>
                    <a:pt x="382714" y="391705"/>
                  </a:lnTo>
                  <a:lnTo>
                    <a:pt x="368236" y="406183"/>
                  </a:lnTo>
                  <a:lnTo>
                    <a:pt x="382714" y="420661"/>
                  </a:lnTo>
                  <a:lnTo>
                    <a:pt x="413650" y="436526"/>
                  </a:lnTo>
                  <a:lnTo>
                    <a:pt x="481711" y="472525"/>
                  </a:lnTo>
                  <a:lnTo>
                    <a:pt x="549771" y="511262"/>
                  </a:lnTo>
                  <a:lnTo>
                    <a:pt x="580707" y="535342"/>
                  </a:lnTo>
                  <a:lnTo>
                    <a:pt x="591566" y="535114"/>
                  </a:lnTo>
                  <a:lnTo>
                    <a:pt x="602424" y="533517"/>
                  </a:lnTo>
                  <a:lnTo>
                    <a:pt x="613283" y="529181"/>
                  </a:lnTo>
                  <a:lnTo>
                    <a:pt x="624141" y="520737"/>
                  </a:lnTo>
                  <a:lnTo>
                    <a:pt x="627341" y="503558"/>
                  </a:lnTo>
                  <a:lnTo>
                    <a:pt x="636028" y="464383"/>
                  </a:lnTo>
                  <a:lnTo>
                    <a:pt x="648830" y="408722"/>
                  </a:lnTo>
                  <a:lnTo>
                    <a:pt x="664375" y="342088"/>
                  </a:lnTo>
                  <a:lnTo>
                    <a:pt x="698207" y="197945"/>
                  </a:lnTo>
                  <a:lnTo>
                    <a:pt x="713752" y="131459"/>
                  </a:lnTo>
                  <a:lnTo>
                    <a:pt x="726554" y="76046"/>
                  </a:lnTo>
                  <a:lnTo>
                    <a:pt x="734225" y="41755"/>
                  </a:lnTo>
                  <a:close/>
                </a:path>
                <a:path w="738504" h="591820">
                  <a:moveTo>
                    <a:pt x="721510" y="0"/>
                  </a:moveTo>
                  <a:lnTo>
                    <a:pt x="711136" y="5879"/>
                  </a:lnTo>
                  <a:lnTo>
                    <a:pt x="699584" y="8984"/>
                  </a:lnTo>
                  <a:lnTo>
                    <a:pt x="672931" y="17722"/>
                  </a:lnTo>
                  <a:lnTo>
                    <a:pt x="633503" y="31225"/>
                  </a:lnTo>
                  <a:lnTo>
                    <a:pt x="48491" y="237750"/>
                  </a:lnTo>
                  <a:lnTo>
                    <a:pt x="22102" y="246487"/>
                  </a:lnTo>
                  <a:lnTo>
                    <a:pt x="2714" y="251874"/>
                  </a:lnTo>
                  <a:lnTo>
                    <a:pt x="0" y="256895"/>
                  </a:lnTo>
                  <a:lnTo>
                    <a:pt x="2714" y="261915"/>
                  </a:lnTo>
                  <a:lnTo>
                    <a:pt x="10858" y="264197"/>
                  </a:lnTo>
                  <a:lnTo>
                    <a:pt x="39350" y="280701"/>
                  </a:lnTo>
                  <a:lnTo>
                    <a:pt x="87915" y="304504"/>
                  </a:lnTo>
                  <a:lnTo>
                    <a:pt x="133766" y="325901"/>
                  </a:lnTo>
                  <a:lnTo>
                    <a:pt x="154114" y="335190"/>
                  </a:lnTo>
                  <a:lnTo>
                    <a:pt x="253936" y="362622"/>
                  </a:lnTo>
                  <a:lnTo>
                    <a:pt x="469042" y="205269"/>
                  </a:lnTo>
                  <a:lnTo>
                    <a:pt x="619982" y="97089"/>
                  </a:lnTo>
                  <a:lnTo>
                    <a:pt x="695007" y="47916"/>
                  </a:lnTo>
                  <a:lnTo>
                    <a:pt x="695007" y="41755"/>
                  </a:lnTo>
                  <a:lnTo>
                    <a:pt x="734225" y="41755"/>
                  </a:lnTo>
                  <a:lnTo>
                    <a:pt x="735241" y="37217"/>
                  </a:lnTo>
                  <a:lnTo>
                    <a:pt x="738441" y="20484"/>
                  </a:lnTo>
                  <a:lnTo>
                    <a:pt x="736211" y="10005"/>
                  </a:lnTo>
                  <a:lnTo>
                    <a:pt x="730218" y="2276"/>
                  </a:lnTo>
                  <a:lnTo>
                    <a:pt x="72151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85765" y="3166872"/>
            <a:ext cx="1524000" cy="440435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7419720" y="3701796"/>
            <a:ext cx="1820545" cy="2482215"/>
            <a:chOff x="7419720" y="3701796"/>
            <a:chExt cx="1820545" cy="2482215"/>
          </a:xfrm>
        </p:grpSpPr>
        <p:sp>
          <p:nvSpPr>
            <p:cNvPr id="32" name="object 32"/>
            <p:cNvSpPr/>
            <p:nvPr/>
          </p:nvSpPr>
          <p:spPr>
            <a:xfrm>
              <a:off x="7590233" y="4545028"/>
              <a:ext cx="1470025" cy="1470025"/>
            </a:xfrm>
            <a:custGeom>
              <a:avLst/>
              <a:gdLst/>
              <a:ahLst/>
              <a:cxnLst/>
              <a:rect l="l" t="t" r="r" b="b"/>
              <a:pathLst>
                <a:path w="1470025" h="1470025">
                  <a:moveTo>
                    <a:pt x="720910" y="0"/>
                  </a:moveTo>
                  <a:lnTo>
                    <a:pt x="674975" y="2311"/>
                  </a:lnTo>
                  <a:lnTo>
                    <a:pt x="629529" y="7475"/>
                  </a:lnTo>
                  <a:lnTo>
                    <a:pt x="584694" y="15428"/>
                  </a:lnTo>
                  <a:lnTo>
                    <a:pt x="540591" y="26107"/>
                  </a:lnTo>
                  <a:lnTo>
                    <a:pt x="497342" y="39447"/>
                  </a:lnTo>
                  <a:lnTo>
                    <a:pt x="455067" y="55385"/>
                  </a:lnTo>
                  <a:lnTo>
                    <a:pt x="413888" y="73859"/>
                  </a:lnTo>
                  <a:lnTo>
                    <a:pt x="373926" y="94803"/>
                  </a:lnTo>
                  <a:lnTo>
                    <a:pt x="335303" y="118156"/>
                  </a:lnTo>
                  <a:lnTo>
                    <a:pt x="298139" y="143853"/>
                  </a:lnTo>
                  <a:lnTo>
                    <a:pt x="262555" y="171831"/>
                  </a:lnTo>
                  <a:lnTo>
                    <a:pt x="228674" y="202026"/>
                  </a:lnTo>
                  <a:lnTo>
                    <a:pt x="196617" y="234375"/>
                  </a:lnTo>
                  <a:lnTo>
                    <a:pt x="166503" y="268815"/>
                  </a:lnTo>
                  <a:lnTo>
                    <a:pt x="138456" y="305281"/>
                  </a:lnTo>
                  <a:lnTo>
                    <a:pt x="112595" y="343711"/>
                  </a:lnTo>
                  <a:lnTo>
                    <a:pt x="89043" y="384041"/>
                  </a:lnTo>
                  <a:lnTo>
                    <a:pt x="67920" y="426207"/>
                  </a:lnTo>
                  <a:lnTo>
                    <a:pt x="49348" y="470146"/>
                  </a:lnTo>
                  <a:lnTo>
                    <a:pt x="33448" y="515794"/>
                  </a:lnTo>
                  <a:lnTo>
                    <a:pt x="20546" y="562360"/>
                  </a:lnTo>
                  <a:lnTo>
                    <a:pt x="10813" y="609042"/>
                  </a:lnTo>
                  <a:lnTo>
                    <a:pt x="4187" y="655720"/>
                  </a:lnTo>
                  <a:lnTo>
                    <a:pt x="604" y="702271"/>
                  </a:lnTo>
                  <a:lnTo>
                    <a:pt x="0" y="748576"/>
                  </a:lnTo>
                  <a:lnTo>
                    <a:pt x="2311" y="794512"/>
                  </a:lnTo>
                  <a:lnTo>
                    <a:pt x="7475" y="839958"/>
                  </a:lnTo>
                  <a:lnTo>
                    <a:pt x="15428" y="884793"/>
                  </a:lnTo>
                  <a:lnTo>
                    <a:pt x="26107" y="928896"/>
                  </a:lnTo>
                  <a:lnTo>
                    <a:pt x="39447" y="972144"/>
                  </a:lnTo>
                  <a:lnTo>
                    <a:pt x="55385" y="1014418"/>
                  </a:lnTo>
                  <a:lnTo>
                    <a:pt x="73859" y="1055596"/>
                  </a:lnTo>
                  <a:lnTo>
                    <a:pt x="94803" y="1095556"/>
                  </a:lnTo>
                  <a:lnTo>
                    <a:pt x="118156" y="1134177"/>
                  </a:lnTo>
                  <a:lnTo>
                    <a:pt x="143853" y="1171338"/>
                  </a:lnTo>
                  <a:lnTo>
                    <a:pt x="171831" y="1206917"/>
                  </a:lnTo>
                  <a:lnTo>
                    <a:pt x="202026" y="1240793"/>
                  </a:lnTo>
                  <a:lnTo>
                    <a:pt x="234375" y="1272846"/>
                  </a:lnTo>
                  <a:lnTo>
                    <a:pt x="268815" y="1302953"/>
                  </a:lnTo>
                  <a:lnTo>
                    <a:pt x="305281" y="1330993"/>
                  </a:lnTo>
                  <a:lnTo>
                    <a:pt x="343711" y="1356845"/>
                  </a:lnTo>
                  <a:lnTo>
                    <a:pt x="384041" y="1380388"/>
                  </a:lnTo>
                  <a:lnTo>
                    <a:pt x="426207" y="1401500"/>
                  </a:lnTo>
                  <a:lnTo>
                    <a:pt x="470146" y="1420060"/>
                  </a:lnTo>
                  <a:lnTo>
                    <a:pt x="515794" y="1435947"/>
                  </a:lnTo>
                  <a:lnTo>
                    <a:pt x="562374" y="1448853"/>
                  </a:lnTo>
                  <a:lnTo>
                    <a:pt x="609070" y="1458588"/>
                  </a:lnTo>
                  <a:lnTo>
                    <a:pt x="655759" y="1465216"/>
                  </a:lnTo>
                  <a:lnTo>
                    <a:pt x="702321" y="1468801"/>
                  </a:lnTo>
                  <a:lnTo>
                    <a:pt x="748635" y="1469407"/>
                  </a:lnTo>
                  <a:lnTo>
                    <a:pt x="794579" y="1467096"/>
                  </a:lnTo>
                  <a:lnTo>
                    <a:pt x="840032" y="1461933"/>
                  </a:lnTo>
                  <a:lnTo>
                    <a:pt x="884873" y="1453982"/>
                  </a:lnTo>
                  <a:lnTo>
                    <a:pt x="928981" y="1443304"/>
                  </a:lnTo>
                  <a:lnTo>
                    <a:pt x="972234" y="1429966"/>
                  </a:lnTo>
                  <a:lnTo>
                    <a:pt x="1014512" y="1414028"/>
                  </a:lnTo>
                  <a:lnTo>
                    <a:pt x="1055692" y="1395557"/>
                  </a:lnTo>
                  <a:lnTo>
                    <a:pt x="1095654" y="1374614"/>
                  </a:lnTo>
                  <a:lnTo>
                    <a:pt x="1134276" y="1351264"/>
                  </a:lnTo>
                  <a:lnTo>
                    <a:pt x="1171437" y="1325569"/>
                  </a:lnTo>
                  <a:lnTo>
                    <a:pt x="1207017" y="1297594"/>
                  </a:lnTo>
                  <a:lnTo>
                    <a:pt x="1240893" y="1267403"/>
                  </a:lnTo>
                  <a:lnTo>
                    <a:pt x="1272945" y="1235058"/>
                  </a:lnTo>
                  <a:lnTo>
                    <a:pt x="1303051" y="1200623"/>
                  </a:lnTo>
                  <a:lnTo>
                    <a:pt x="1331090" y="1164162"/>
                  </a:lnTo>
                  <a:lnTo>
                    <a:pt x="1356940" y="1125739"/>
                  </a:lnTo>
                  <a:lnTo>
                    <a:pt x="1380482" y="1085417"/>
                  </a:lnTo>
                  <a:lnTo>
                    <a:pt x="1401592" y="1043259"/>
                  </a:lnTo>
                  <a:lnTo>
                    <a:pt x="1420151" y="999329"/>
                  </a:lnTo>
                  <a:lnTo>
                    <a:pt x="1436036" y="953690"/>
                  </a:lnTo>
                  <a:lnTo>
                    <a:pt x="1448939" y="907110"/>
                  </a:lnTo>
                  <a:lnTo>
                    <a:pt x="1458671" y="860415"/>
                  </a:lnTo>
                  <a:lnTo>
                    <a:pt x="1465297" y="813725"/>
                  </a:lnTo>
                  <a:lnTo>
                    <a:pt x="1468881" y="767163"/>
                  </a:lnTo>
                  <a:lnTo>
                    <a:pt x="1469485" y="720849"/>
                  </a:lnTo>
                  <a:lnTo>
                    <a:pt x="1467173" y="674905"/>
                  </a:lnTo>
                  <a:lnTo>
                    <a:pt x="1462009" y="629452"/>
                  </a:lnTo>
                  <a:lnTo>
                    <a:pt x="1454056" y="584611"/>
                  </a:lnTo>
                  <a:lnTo>
                    <a:pt x="1443378" y="540503"/>
                  </a:lnTo>
                  <a:lnTo>
                    <a:pt x="1430038" y="497250"/>
                  </a:lnTo>
                  <a:lnTo>
                    <a:pt x="1414099" y="454973"/>
                  </a:lnTo>
                  <a:lnTo>
                    <a:pt x="1395626" y="413793"/>
                  </a:lnTo>
                  <a:lnTo>
                    <a:pt x="1374681" y="373831"/>
                  </a:lnTo>
                  <a:lnTo>
                    <a:pt x="1351329" y="335209"/>
                  </a:lnTo>
                  <a:lnTo>
                    <a:pt x="1325632" y="298047"/>
                  </a:lnTo>
                  <a:lnTo>
                    <a:pt x="1297654" y="262468"/>
                  </a:lnTo>
                  <a:lnTo>
                    <a:pt x="1267458" y="228592"/>
                  </a:lnTo>
                  <a:lnTo>
                    <a:pt x="1235109" y="196540"/>
                  </a:lnTo>
                  <a:lnTo>
                    <a:pt x="1200670" y="166434"/>
                  </a:lnTo>
                  <a:lnTo>
                    <a:pt x="1164203" y="138395"/>
                  </a:lnTo>
                  <a:lnTo>
                    <a:pt x="1125774" y="112544"/>
                  </a:lnTo>
                  <a:lnTo>
                    <a:pt x="1085444" y="89003"/>
                  </a:lnTo>
                  <a:lnTo>
                    <a:pt x="1043278" y="67892"/>
                  </a:lnTo>
                  <a:lnTo>
                    <a:pt x="999339" y="49334"/>
                  </a:lnTo>
                  <a:lnTo>
                    <a:pt x="953690" y="33448"/>
                  </a:lnTo>
                  <a:lnTo>
                    <a:pt x="907125" y="20546"/>
                  </a:lnTo>
                  <a:lnTo>
                    <a:pt x="860443" y="10813"/>
                  </a:lnTo>
                  <a:lnTo>
                    <a:pt x="813766" y="4187"/>
                  </a:lnTo>
                  <a:lnTo>
                    <a:pt x="767214" y="604"/>
                  </a:lnTo>
                  <a:lnTo>
                    <a:pt x="72091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97139" y="4501896"/>
              <a:ext cx="1542288" cy="154228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599806" y="4543679"/>
              <a:ext cx="1460500" cy="1459865"/>
            </a:xfrm>
            <a:custGeom>
              <a:avLst/>
              <a:gdLst/>
              <a:ahLst/>
              <a:cxnLst/>
              <a:rect l="l" t="t" r="r" b="b"/>
              <a:pathLst>
                <a:path w="1460500" h="1459864">
                  <a:moveTo>
                    <a:pt x="727583" y="0"/>
                  </a:moveTo>
                  <a:lnTo>
                    <a:pt x="729996" y="729869"/>
                  </a:lnTo>
                  <a:lnTo>
                    <a:pt x="155448" y="279654"/>
                  </a:lnTo>
                  <a:lnTo>
                    <a:pt x="126485" y="319252"/>
                  </a:lnTo>
                  <a:lnTo>
                    <a:pt x="100364" y="360523"/>
                  </a:lnTo>
                  <a:lnTo>
                    <a:pt x="77137" y="403312"/>
                  </a:lnTo>
                  <a:lnTo>
                    <a:pt x="56857" y="447464"/>
                  </a:lnTo>
                  <a:lnTo>
                    <a:pt x="39576" y="492823"/>
                  </a:lnTo>
                  <a:lnTo>
                    <a:pt x="25347" y="539233"/>
                  </a:lnTo>
                  <a:lnTo>
                    <a:pt x="14222" y="586540"/>
                  </a:lnTo>
                  <a:lnTo>
                    <a:pt x="6254" y="634587"/>
                  </a:lnTo>
                  <a:lnTo>
                    <a:pt x="1496" y="683219"/>
                  </a:lnTo>
                  <a:lnTo>
                    <a:pt x="0" y="732282"/>
                  </a:lnTo>
                  <a:lnTo>
                    <a:pt x="1704" y="780258"/>
                  </a:lnTo>
                  <a:lnTo>
                    <a:pt x="6447" y="827397"/>
                  </a:lnTo>
                  <a:lnTo>
                    <a:pt x="14133" y="873602"/>
                  </a:lnTo>
                  <a:lnTo>
                    <a:pt x="24666" y="918776"/>
                  </a:lnTo>
                  <a:lnTo>
                    <a:pt x="37948" y="962825"/>
                  </a:lnTo>
                  <a:lnTo>
                    <a:pt x="53884" y="1005652"/>
                  </a:lnTo>
                  <a:lnTo>
                    <a:pt x="72376" y="1047162"/>
                  </a:lnTo>
                  <a:lnTo>
                    <a:pt x="93328" y="1087258"/>
                  </a:lnTo>
                  <a:lnTo>
                    <a:pt x="116644" y="1125844"/>
                  </a:lnTo>
                  <a:lnTo>
                    <a:pt x="142227" y="1162826"/>
                  </a:lnTo>
                  <a:lnTo>
                    <a:pt x="169981" y="1198106"/>
                  </a:lnTo>
                  <a:lnTo>
                    <a:pt x="199809" y="1231589"/>
                  </a:lnTo>
                  <a:lnTo>
                    <a:pt x="231615" y="1263179"/>
                  </a:lnTo>
                  <a:lnTo>
                    <a:pt x="265302" y="1292781"/>
                  </a:lnTo>
                  <a:lnTo>
                    <a:pt x="300773" y="1320298"/>
                  </a:lnTo>
                  <a:lnTo>
                    <a:pt x="337933" y="1345635"/>
                  </a:lnTo>
                  <a:lnTo>
                    <a:pt x="376684" y="1368695"/>
                  </a:lnTo>
                  <a:lnTo>
                    <a:pt x="416930" y="1389383"/>
                  </a:lnTo>
                  <a:lnTo>
                    <a:pt x="458575" y="1407603"/>
                  </a:lnTo>
                  <a:lnTo>
                    <a:pt x="501521" y="1423259"/>
                  </a:lnTo>
                  <a:lnTo>
                    <a:pt x="545674" y="1436256"/>
                  </a:lnTo>
                  <a:lnTo>
                    <a:pt x="590935" y="1446496"/>
                  </a:lnTo>
                  <a:lnTo>
                    <a:pt x="637209" y="1453885"/>
                  </a:lnTo>
                  <a:lnTo>
                    <a:pt x="684399" y="1458327"/>
                  </a:lnTo>
                  <a:lnTo>
                    <a:pt x="732409" y="1459725"/>
                  </a:lnTo>
                  <a:lnTo>
                    <a:pt x="780393" y="1458017"/>
                  </a:lnTo>
                  <a:lnTo>
                    <a:pt x="827539" y="1453271"/>
                  </a:lnTo>
                  <a:lnTo>
                    <a:pt x="873751" y="1445583"/>
                  </a:lnTo>
                  <a:lnTo>
                    <a:pt x="918933" y="1435051"/>
                  </a:lnTo>
                  <a:lnTo>
                    <a:pt x="962989" y="1421770"/>
                  </a:lnTo>
                  <a:lnTo>
                    <a:pt x="1005823" y="1405837"/>
                  </a:lnTo>
                  <a:lnTo>
                    <a:pt x="1047339" y="1387349"/>
                  </a:lnTo>
                  <a:lnTo>
                    <a:pt x="1087441" y="1366401"/>
                  </a:lnTo>
                  <a:lnTo>
                    <a:pt x="1126034" y="1343092"/>
                  </a:lnTo>
                  <a:lnTo>
                    <a:pt x="1163022" y="1317516"/>
                  </a:lnTo>
                  <a:lnTo>
                    <a:pt x="1198308" y="1289771"/>
                  </a:lnTo>
                  <a:lnTo>
                    <a:pt x="1231797" y="1259953"/>
                  </a:lnTo>
                  <a:lnTo>
                    <a:pt x="1263393" y="1228158"/>
                  </a:lnTo>
                  <a:lnTo>
                    <a:pt x="1293001" y="1194483"/>
                  </a:lnTo>
                  <a:lnTo>
                    <a:pt x="1320523" y="1159025"/>
                  </a:lnTo>
                  <a:lnTo>
                    <a:pt x="1345865" y="1121880"/>
                  </a:lnTo>
                  <a:lnTo>
                    <a:pt x="1368930" y="1083145"/>
                  </a:lnTo>
                  <a:lnTo>
                    <a:pt x="1389623" y="1042915"/>
                  </a:lnTo>
                  <a:lnTo>
                    <a:pt x="1407848" y="1001288"/>
                  </a:lnTo>
                  <a:lnTo>
                    <a:pt x="1423508" y="958360"/>
                  </a:lnTo>
                  <a:lnTo>
                    <a:pt x="1436508" y="914228"/>
                  </a:lnTo>
                  <a:lnTo>
                    <a:pt x="1446753" y="868987"/>
                  </a:lnTo>
                  <a:lnTo>
                    <a:pt x="1454145" y="822735"/>
                  </a:lnTo>
                  <a:lnTo>
                    <a:pt x="1458590" y="775568"/>
                  </a:lnTo>
                  <a:lnTo>
                    <a:pt x="1459992" y="727583"/>
                  </a:lnTo>
                  <a:lnTo>
                    <a:pt x="1458287" y="679598"/>
                  </a:lnTo>
                  <a:lnTo>
                    <a:pt x="1453544" y="632452"/>
                  </a:lnTo>
                  <a:lnTo>
                    <a:pt x="1445858" y="586240"/>
                  </a:lnTo>
                  <a:lnTo>
                    <a:pt x="1435325" y="541058"/>
                  </a:lnTo>
                  <a:lnTo>
                    <a:pt x="1422043" y="497002"/>
                  </a:lnTo>
                  <a:lnTo>
                    <a:pt x="1406107" y="454168"/>
                  </a:lnTo>
                  <a:lnTo>
                    <a:pt x="1387615" y="412652"/>
                  </a:lnTo>
                  <a:lnTo>
                    <a:pt x="1366663" y="372550"/>
                  </a:lnTo>
                  <a:lnTo>
                    <a:pt x="1343347" y="333957"/>
                  </a:lnTo>
                  <a:lnTo>
                    <a:pt x="1317764" y="296969"/>
                  </a:lnTo>
                  <a:lnTo>
                    <a:pt x="1290010" y="261683"/>
                  </a:lnTo>
                  <a:lnTo>
                    <a:pt x="1260182" y="228194"/>
                  </a:lnTo>
                  <a:lnTo>
                    <a:pt x="1228376" y="196598"/>
                  </a:lnTo>
                  <a:lnTo>
                    <a:pt x="1194689" y="166990"/>
                  </a:lnTo>
                  <a:lnTo>
                    <a:pt x="1159218" y="139468"/>
                  </a:lnTo>
                  <a:lnTo>
                    <a:pt x="1122058" y="114126"/>
                  </a:lnTo>
                  <a:lnTo>
                    <a:pt x="1083307" y="91061"/>
                  </a:lnTo>
                  <a:lnTo>
                    <a:pt x="1043061" y="70368"/>
                  </a:lnTo>
                  <a:lnTo>
                    <a:pt x="1001416" y="52143"/>
                  </a:lnTo>
                  <a:lnTo>
                    <a:pt x="958470" y="36483"/>
                  </a:lnTo>
                  <a:lnTo>
                    <a:pt x="914317" y="23483"/>
                  </a:lnTo>
                  <a:lnTo>
                    <a:pt x="869056" y="13238"/>
                  </a:lnTo>
                  <a:lnTo>
                    <a:pt x="822782" y="5846"/>
                  </a:lnTo>
                  <a:lnTo>
                    <a:pt x="775592" y="1401"/>
                  </a:lnTo>
                  <a:lnTo>
                    <a:pt x="72758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708264" y="4668647"/>
              <a:ext cx="1233805" cy="1233805"/>
            </a:xfrm>
            <a:custGeom>
              <a:avLst/>
              <a:gdLst/>
              <a:ahLst/>
              <a:cxnLst/>
              <a:rect l="l" t="t" r="r" b="b"/>
              <a:pathLst>
                <a:path w="1233804" h="1233804">
                  <a:moveTo>
                    <a:pt x="620776" y="0"/>
                  </a:moveTo>
                  <a:lnTo>
                    <a:pt x="572565" y="1549"/>
                  </a:lnTo>
                  <a:lnTo>
                    <a:pt x="525345" y="6724"/>
                  </a:lnTo>
                  <a:lnTo>
                    <a:pt x="479253" y="15389"/>
                  </a:lnTo>
                  <a:lnTo>
                    <a:pt x="434427" y="27406"/>
                  </a:lnTo>
                  <a:lnTo>
                    <a:pt x="391006" y="42641"/>
                  </a:lnTo>
                  <a:lnTo>
                    <a:pt x="349127" y="60956"/>
                  </a:lnTo>
                  <a:lnTo>
                    <a:pt x="308929" y="82216"/>
                  </a:lnTo>
                  <a:lnTo>
                    <a:pt x="270550" y="106284"/>
                  </a:lnTo>
                  <a:lnTo>
                    <a:pt x="234128" y="133024"/>
                  </a:lnTo>
                  <a:lnTo>
                    <a:pt x="199801" y="162300"/>
                  </a:lnTo>
                  <a:lnTo>
                    <a:pt x="167708" y="193977"/>
                  </a:lnTo>
                  <a:lnTo>
                    <a:pt x="137986" y="227917"/>
                  </a:lnTo>
                  <a:lnTo>
                    <a:pt x="110774" y="263984"/>
                  </a:lnTo>
                  <a:lnTo>
                    <a:pt x="86209" y="302043"/>
                  </a:lnTo>
                  <a:lnTo>
                    <a:pt x="64430" y="341957"/>
                  </a:lnTo>
                  <a:lnTo>
                    <a:pt x="45576" y="383590"/>
                  </a:lnTo>
                  <a:lnTo>
                    <a:pt x="29783" y="426806"/>
                  </a:lnTo>
                  <a:lnTo>
                    <a:pt x="17192" y="471469"/>
                  </a:lnTo>
                  <a:lnTo>
                    <a:pt x="7938" y="517442"/>
                  </a:lnTo>
                  <a:lnTo>
                    <a:pt x="2161" y="564589"/>
                  </a:lnTo>
                  <a:lnTo>
                    <a:pt x="0" y="612774"/>
                  </a:lnTo>
                  <a:lnTo>
                    <a:pt x="1532" y="660983"/>
                  </a:lnTo>
                  <a:lnTo>
                    <a:pt x="6691" y="708200"/>
                  </a:lnTo>
                  <a:lnTo>
                    <a:pt x="15342" y="754289"/>
                  </a:lnTo>
                  <a:lnTo>
                    <a:pt x="27347" y="799111"/>
                  </a:lnTo>
                  <a:lnTo>
                    <a:pt x="42570" y="842529"/>
                  </a:lnTo>
                  <a:lnTo>
                    <a:pt x="60875" y="884404"/>
                  </a:lnTo>
                  <a:lnTo>
                    <a:pt x="82126" y="924598"/>
                  </a:lnTo>
                  <a:lnTo>
                    <a:pt x="106187" y="962973"/>
                  </a:lnTo>
                  <a:lnTo>
                    <a:pt x="132921" y="999391"/>
                  </a:lnTo>
                  <a:lnTo>
                    <a:pt x="162192" y="1033715"/>
                  </a:lnTo>
                  <a:lnTo>
                    <a:pt x="193863" y="1065806"/>
                  </a:lnTo>
                  <a:lnTo>
                    <a:pt x="227800" y="1095526"/>
                  </a:lnTo>
                  <a:lnTo>
                    <a:pt x="263864" y="1122737"/>
                  </a:lnTo>
                  <a:lnTo>
                    <a:pt x="301921" y="1147301"/>
                  </a:lnTo>
                  <a:lnTo>
                    <a:pt x="341833" y="1169079"/>
                  </a:lnTo>
                  <a:lnTo>
                    <a:pt x="383465" y="1187935"/>
                  </a:lnTo>
                  <a:lnTo>
                    <a:pt x="426680" y="1203730"/>
                  </a:lnTo>
                  <a:lnTo>
                    <a:pt x="471342" y="1216326"/>
                  </a:lnTo>
                  <a:lnTo>
                    <a:pt x="517315" y="1225584"/>
                  </a:lnTo>
                  <a:lnTo>
                    <a:pt x="564462" y="1231368"/>
                  </a:lnTo>
                  <a:lnTo>
                    <a:pt x="612648" y="1233538"/>
                  </a:lnTo>
                  <a:lnTo>
                    <a:pt x="660858" y="1231997"/>
                  </a:lnTo>
                  <a:lnTo>
                    <a:pt x="708078" y="1226829"/>
                  </a:lnTo>
                  <a:lnTo>
                    <a:pt x="754170" y="1218171"/>
                  </a:lnTo>
                  <a:lnTo>
                    <a:pt x="798996" y="1206159"/>
                  </a:lnTo>
                  <a:lnTo>
                    <a:pt x="842417" y="1190930"/>
                  </a:lnTo>
                  <a:lnTo>
                    <a:pt x="884296" y="1172618"/>
                  </a:lnTo>
                  <a:lnTo>
                    <a:pt x="924494" y="1151362"/>
                  </a:lnTo>
                  <a:lnTo>
                    <a:pt x="962873" y="1127296"/>
                  </a:lnTo>
                  <a:lnTo>
                    <a:pt x="999295" y="1100557"/>
                  </a:lnTo>
                  <a:lnTo>
                    <a:pt x="1033622" y="1071281"/>
                  </a:lnTo>
                  <a:lnTo>
                    <a:pt x="1065715" y="1039605"/>
                  </a:lnTo>
                  <a:lnTo>
                    <a:pt x="1095437" y="1005664"/>
                  </a:lnTo>
                  <a:lnTo>
                    <a:pt x="1122649" y="969595"/>
                  </a:lnTo>
                  <a:lnTo>
                    <a:pt x="1147214" y="931535"/>
                  </a:lnTo>
                  <a:lnTo>
                    <a:pt x="1168993" y="891618"/>
                  </a:lnTo>
                  <a:lnTo>
                    <a:pt x="1187847" y="849982"/>
                  </a:lnTo>
                  <a:lnTo>
                    <a:pt x="1203640" y="806763"/>
                  </a:lnTo>
                  <a:lnTo>
                    <a:pt x="1216231" y="762096"/>
                  </a:lnTo>
                  <a:lnTo>
                    <a:pt x="1225485" y="716118"/>
                  </a:lnTo>
                  <a:lnTo>
                    <a:pt x="1231262" y="668966"/>
                  </a:lnTo>
                  <a:lnTo>
                    <a:pt x="1233424" y="620775"/>
                  </a:lnTo>
                  <a:lnTo>
                    <a:pt x="1231891" y="572566"/>
                  </a:lnTo>
                  <a:lnTo>
                    <a:pt x="1226732" y="525348"/>
                  </a:lnTo>
                  <a:lnTo>
                    <a:pt x="1218081" y="479260"/>
                  </a:lnTo>
                  <a:lnTo>
                    <a:pt x="1206076" y="434439"/>
                  </a:lnTo>
                  <a:lnTo>
                    <a:pt x="1190853" y="391022"/>
                  </a:lnTo>
                  <a:lnTo>
                    <a:pt x="1172548" y="349150"/>
                  </a:lnTo>
                  <a:lnTo>
                    <a:pt x="1151297" y="308958"/>
                  </a:lnTo>
                  <a:lnTo>
                    <a:pt x="1127236" y="270585"/>
                  </a:lnTo>
                  <a:lnTo>
                    <a:pt x="1100502" y="234168"/>
                  </a:lnTo>
                  <a:lnTo>
                    <a:pt x="1071231" y="199847"/>
                  </a:lnTo>
                  <a:lnTo>
                    <a:pt x="1039560" y="167758"/>
                  </a:lnTo>
                  <a:lnTo>
                    <a:pt x="1005623" y="138039"/>
                  </a:lnTo>
                  <a:lnTo>
                    <a:pt x="969559" y="110829"/>
                  </a:lnTo>
                  <a:lnTo>
                    <a:pt x="931502" y="86265"/>
                  </a:lnTo>
                  <a:lnTo>
                    <a:pt x="891590" y="64486"/>
                  </a:lnTo>
                  <a:lnTo>
                    <a:pt x="849958" y="45628"/>
                  </a:lnTo>
                  <a:lnTo>
                    <a:pt x="806743" y="29831"/>
                  </a:lnTo>
                  <a:lnTo>
                    <a:pt x="762081" y="17232"/>
                  </a:lnTo>
                  <a:lnTo>
                    <a:pt x="716108" y="7968"/>
                  </a:lnTo>
                  <a:lnTo>
                    <a:pt x="668961" y="2178"/>
                  </a:lnTo>
                  <a:lnTo>
                    <a:pt x="620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426070" y="4369816"/>
              <a:ext cx="1807845" cy="1807845"/>
            </a:xfrm>
            <a:custGeom>
              <a:avLst/>
              <a:gdLst/>
              <a:ahLst/>
              <a:cxnLst/>
              <a:rect l="l" t="t" r="r" b="b"/>
              <a:pathLst>
                <a:path w="1807845" h="1807845">
                  <a:moveTo>
                    <a:pt x="909574" y="0"/>
                  </a:moveTo>
                  <a:lnTo>
                    <a:pt x="957573" y="1569"/>
                  </a:lnTo>
                  <a:lnTo>
                    <a:pt x="1004903" y="5598"/>
                  </a:lnTo>
                  <a:lnTo>
                    <a:pt x="1051501" y="12022"/>
                  </a:lnTo>
                  <a:lnTo>
                    <a:pt x="1097306" y="20780"/>
                  </a:lnTo>
                  <a:lnTo>
                    <a:pt x="1142255" y="31808"/>
                  </a:lnTo>
                  <a:lnTo>
                    <a:pt x="1186287" y="45043"/>
                  </a:lnTo>
                  <a:lnTo>
                    <a:pt x="1229340" y="60423"/>
                  </a:lnTo>
                  <a:lnTo>
                    <a:pt x="1271350" y="77885"/>
                  </a:lnTo>
                  <a:lnTo>
                    <a:pt x="1312258" y="97367"/>
                  </a:lnTo>
                  <a:lnTo>
                    <a:pt x="1351999" y="118804"/>
                  </a:lnTo>
                  <a:lnTo>
                    <a:pt x="1390513" y="142135"/>
                  </a:lnTo>
                  <a:lnTo>
                    <a:pt x="1427737" y="167297"/>
                  </a:lnTo>
                  <a:lnTo>
                    <a:pt x="1463610" y="194227"/>
                  </a:lnTo>
                  <a:lnTo>
                    <a:pt x="1498069" y="222862"/>
                  </a:lnTo>
                  <a:lnTo>
                    <a:pt x="1531052" y="253139"/>
                  </a:lnTo>
                  <a:lnTo>
                    <a:pt x="1562497" y="284996"/>
                  </a:lnTo>
                  <a:lnTo>
                    <a:pt x="1592343" y="318370"/>
                  </a:lnTo>
                  <a:lnTo>
                    <a:pt x="1620526" y="353198"/>
                  </a:lnTo>
                  <a:lnTo>
                    <a:pt x="1646986" y="389417"/>
                  </a:lnTo>
                  <a:lnTo>
                    <a:pt x="1671660" y="426964"/>
                  </a:lnTo>
                  <a:lnTo>
                    <a:pt x="1694486" y="465777"/>
                  </a:lnTo>
                  <a:lnTo>
                    <a:pt x="1715402" y="505793"/>
                  </a:lnTo>
                  <a:lnTo>
                    <a:pt x="1734346" y="546949"/>
                  </a:lnTo>
                  <a:lnTo>
                    <a:pt x="1751256" y="589182"/>
                  </a:lnTo>
                  <a:lnTo>
                    <a:pt x="1766070" y="632429"/>
                  </a:lnTo>
                  <a:lnTo>
                    <a:pt x="1778726" y="676628"/>
                  </a:lnTo>
                  <a:lnTo>
                    <a:pt x="1789162" y="721716"/>
                  </a:lnTo>
                  <a:lnTo>
                    <a:pt x="1797315" y="767630"/>
                  </a:lnTo>
                  <a:lnTo>
                    <a:pt x="1803125" y="814307"/>
                  </a:lnTo>
                  <a:lnTo>
                    <a:pt x="1806528" y="861685"/>
                  </a:lnTo>
                  <a:lnTo>
                    <a:pt x="1807463" y="909700"/>
                  </a:lnTo>
                  <a:lnTo>
                    <a:pt x="1805894" y="957683"/>
                  </a:lnTo>
                  <a:lnTo>
                    <a:pt x="1801865" y="1004998"/>
                  </a:lnTo>
                  <a:lnTo>
                    <a:pt x="1795441" y="1051582"/>
                  </a:lnTo>
                  <a:lnTo>
                    <a:pt x="1786683" y="1097374"/>
                  </a:lnTo>
                  <a:lnTo>
                    <a:pt x="1775656" y="1142312"/>
                  </a:lnTo>
                  <a:lnTo>
                    <a:pt x="1762421" y="1186334"/>
                  </a:lnTo>
                  <a:lnTo>
                    <a:pt x="1747041" y="1229377"/>
                  </a:lnTo>
                  <a:lnTo>
                    <a:pt x="1729580" y="1271379"/>
                  </a:lnTo>
                  <a:lnTo>
                    <a:pt x="1710100" y="1312279"/>
                  </a:lnTo>
                  <a:lnTo>
                    <a:pt x="1688663" y="1352014"/>
                  </a:lnTo>
                  <a:lnTo>
                    <a:pt x="1665333" y="1390523"/>
                  </a:lnTo>
                  <a:lnTo>
                    <a:pt x="1640173" y="1427742"/>
                  </a:lnTo>
                  <a:lnTo>
                    <a:pt x="1613245" y="1463611"/>
                  </a:lnTo>
                  <a:lnTo>
                    <a:pt x="1584613" y="1498067"/>
                  </a:lnTo>
                  <a:lnTo>
                    <a:pt x="1554338" y="1531048"/>
                  </a:lnTo>
                  <a:lnTo>
                    <a:pt x="1522484" y="1562492"/>
                  </a:lnTo>
                  <a:lnTo>
                    <a:pt x="1489114" y="1592336"/>
                  </a:lnTo>
                  <a:lnTo>
                    <a:pt x="1454290" y="1620520"/>
                  </a:lnTo>
                  <a:lnTo>
                    <a:pt x="1418075" y="1646980"/>
                  </a:lnTo>
                  <a:lnTo>
                    <a:pt x="1380533" y="1671654"/>
                  </a:lnTo>
                  <a:lnTo>
                    <a:pt x="1341725" y="1694482"/>
                  </a:lnTo>
                  <a:lnTo>
                    <a:pt x="1301715" y="1715399"/>
                  </a:lnTo>
                  <a:lnTo>
                    <a:pt x="1260566" y="1734345"/>
                  </a:lnTo>
                  <a:lnTo>
                    <a:pt x="1218340" y="1751258"/>
                  </a:lnTo>
                  <a:lnTo>
                    <a:pt x="1175100" y="1766075"/>
                  </a:lnTo>
                  <a:lnTo>
                    <a:pt x="1130910" y="1778734"/>
                  </a:lnTo>
                  <a:lnTo>
                    <a:pt x="1085831" y="1789173"/>
                  </a:lnTo>
                  <a:lnTo>
                    <a:pt x="1039926" y="1797330"/>
                  </a:lnTo>
                  <a:lnTo>
                    <a:pt x="993260" y="1803143"/>
                  </a:lnTo>
                  <a:lnTo>
                    <a:pt x="945893" y="1806550"/>
                  </a:lnTo>
                  <a:lnTo>
                    <a:pt x="897889" y="1807489"/>
                  </a:lnTo>
                  <a:lnTo>
                    <a:pt x="849890" y="1805924"/>
                  </a:lnTo>
                  <a:lnTo>
                    <a:pt x="802560" y="1801899"/>
                  </a:lnTo>
                  <a:lnTo>
                    <a:pt x="755962" y="1795477"/>
                  </a:lnTo>
                  <a:lnTo>
                    <a:pt x="710157" y="1786721"/>
                  </a:lnTo>
                  <a:lnTo>
                    <a:pt x="665208" y="1775695"/>
                  </a:lnTo>
                  <a:lnTo>
                    <a:pt x="621176" y="1762461"/>
                  </a:lnTo>
                  <a:lnTo>
                    <a:pt x="578123" y="1747081"/>
                  </a:lnTo>
                  <a:lnTo>
                    <a:pt x="536113" y="1729619"/>
                  </a:lnTo>
                  <a:lnTo>
                    <a:pt x="495205" y="1710137"/>
                  </a:lnTo>
                  <a:lnTo>
                    <a:pt x="455464" y="1688699"/>
                  </a:lnTo>
                  <a:lnTo>
                    <a:pt x="416950" y="1665368"/>
                  </a:lnTo>
                  <a:lnTo>
                    <a:pt x="379726" y="1640205"/>
                  </a:lnTo>
                  <a:lnTo>
                    <a:pt x="343853" y="1613275"/>
                  </a:lnTo>
                  <a:lnTo>
                    <a:pt x="309394" y="1584639"/>
                  </a:lnTo>
                  <a:lnTo>
                    <a:pt x="276411" y="1554362"/>
                  </a:lnTo>
                  <a:lnTo>
                    <a:pt x="244966" y="1522505"/>
                  </a:lnTo>
                  <a:lnTo>
                    <a:pt x="215120" y="1489131"/>
                  </a:lnTo>
                  <a:lnTo>
                    <a:pt x="186937" y="1454304"/>
                  </a:lnTo>
                  <a:lnTo>
                    <a:pt x="160477" y="1418087"/>
                  </a:lnTo>
                  <a:lnTo>
                    <a:pt x="135803" y="1380541"/>
                  </a:lnTo>
                  <a:lnTo>
                    <a:pt x="112977" y="1341731"/>
                  </a:lnTo>
                  <a:lnTo>
                    <a:pt x="92061" y="1301719"/>
                  </a:lnTo>
                  <a:lnTo>
                    <a:pt x="73117" y="1260567"/>
                  </a:lnTo>
                  <a:lnTo>
                    <a:pt x="56207" y="1218339"/>
                  </a:lnTo>
                  <a:lnTo>
                    <a:pt x="41393" y="1175098"/>
                  </a:lnTo>
                  <a:lnTo>
                    <a:pt x="28737" y="1130906"/>
                  </a:lnTo>
                  <a:lnTo>
                    <a:pt x="18301" y="1085827"/>
                  </a:lnTo>
                  <a:lnTo>
                    <a:pt x="10148" y="1039922"/>
                  </a:lnTo>
                  <a:lnTo>
                    <a:pt x="4338" y="993256"/>
                  </a:lnTo>
                  <a:lnTo>
                    <a:pt x="935" y="945891"/>
                  </a:lnTo>
                  <a:lnTo>
                    <a:pt x="0" y="897889"/>
                  </a:lnTo>
                  <a:lnTo>
                    <a:pt x="1558" y="849902"/>
                  </a:lnTo>
                  <a:lnTo>
                    <a:pt x="5576" y="802582"/>
                  </a:lnTo>
                  <a:lnTo>
                    <a:pt x="11992" y="755992"/>
                  </a:lnTo>
                  <a:lnTo>
                    <a:pt x="20742" y="710194"/>
                  </a:lnTo>
                  <a:lnTo>
                    <a:pt x="31764" y="665251"/>
                  </a:lnTo>
                  <a:lnTo>
                    <a:pt x="44994" y="621224"/>
                  </a:lnTo>
                  <a:lnTo>
                    <a:pt x="60370" y="578175"/>
                  </a:lnTo>
                  <a:lnTo>
                    <a:pt x="77829" y="536167"/>
                  </a:lnTo>
                  <a:lnTo>
                    <a:pt x="97308" y="495261"/>
                  </a:lnTo>
                  <a:lnTo>
                    <a:pt x="118743" y="455520"/>
                  </a:lnTo>
                  <a:lnTo>
                    <a:pt x="142073" y="417006"/>
                  </a:lnTo>
                  <a:lnTo>
                    <a:pt x="167234" y="379781"/>
                  </a:lnTo>
                  <a:lnTo>
                    <a:pt x="194164" y="343907"/>
                  </a:lnTo>
                  <a:lnTo>
                    <a:pt x="222799" y="309446"/>
                  </a:lnTo>
                  <a:lnTo>
                    <a:pt x="253076" y="276460"/>
                  </a:lnTo>
                  <a:lnTo>
                    <a:pt x="284933" y="245012"/>
                  </a:lnTo>
                  <a:lnTo>
                    <a:pt x="318307" y="215163"/>
                  </a:lnTo>
                  <a:lnTo>
                    <a:pt x="353134" y="186976"/>
                  </a:lnTo>
                  <a:lnTo>
                    <a:pt x="389353" y="160512"/>
                  </a:lnTo>
                  <a:lnTo>
                    <a:pt x="426899" y="135834"/>
                  </a:lnTo>
                  <a:lnTo>
                    <a:pt x="465711" y="113004"/>
                  </a:lnTo>
                  <a:lnTo>
                    <a:pt x="505725" y="92084"/>
                  </a:lnTo>
                  <a:lnTo>
                    <a:pt x="546878" y="73136"/>
                  </a:lnTo>
                  <a:lnTo>
                    <a:pt x="589108" y="56222"/>
                  </a:lnTo>
                  <a:lnTo>
                    <a:pt x="632351" y="41405"/>
                  </a:lnTo>
                  <a:lnTo>
                    <a:pt x="676545" y="28746"/>
                  </a:lnTo>
                  <a:lnTo>
                    <a:pt x="721627" y="18307"/>
                  </a:lnTo>
                  <a:lnTo>
                    <a:pt x="767533" y="10151"/>
                  </a:lnTo>
                  <a:lnTo>
                    <a:pt x="814202" y="4340"/>
                  </a:lnTo>
                  <a:lnTo>
                    <a:pt x="861570" y="935"/>
                  </a:lnTo>
                  <a:lnTo>
                    <a:pt x="909574" y="0"/>
                  </a:lnTo>
                  <a:close/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325611" y="3701796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h="661670">
                  <a:moveTo>
                    <a:pt x="0" y="0"/>
                  </a:moveTo>
                  <a:lnTo>
                    <a:pt x="0" y="661415"/>
                  </a:lnTo>
                </a:path>
              </a:pathLst>
            </a:custGeom>
            <a:ln w="6096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8" name="object 3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64246" y="3172714"/>
            <a:ext cx="1829180" cy="440436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9686670" y="3695700"/>
            <a:ext cx="1820545" cy="2482215"/>
            <a:chOff x="9686670" y="3695700"/>
            <a:chExt cx="1820545" cy="2482215"/>
          </a:xfrm>
        </p:grpSpPr>
        <p:sp>
          <p:nvSpPr>
            <p:cNvPr id="40" name="object 40"/>
            <p:cNvSpPr/>
            <p:nvPr/>
          </p:nvSpPr>
          <p:spPr>
            <a:xfrm>
              <a:off x="9857183" y="4539136"/>
              <a:ext cx="1470025" cy="1470025"/>
            </a:xfrm>
            <a:custGeom>
              <a:avLst/>
              <a:gdLst/>
              <a:ahLst/>
              <a:cxnLst/>
              <a:rect l="l" t="t" r="r" b="b"/>
              <a:pathLst>
                <a:path w="1470025" h="1470025">
                  <a:moveTo>
                    <a:pt x="720898" y="0"/>
                  </a:moveTo>
                  <a:lnTo>
                    <a:pt x="674958" y="2306"/>
                  </a:lnTo>
                  <a:lnTo>
                    <a:pt x="629507" y="7467"/>
                  </a:lnTo>
                  <a:lnTo>
                    <a:pt x="584667" y="15418"/>
                  </a:lnTo>
                  <a:lnTo>
                    <a:pt x="540560" y="26094"/>
                  </a:lnTo>
                  <a:lnTo>
                    <a:pt x="497305" y="39434"/>
                  </a:lnTo>
                  <a:lnTo>
                    <a:pt x="455026" y="55372"/>
                  </a:lnTo>
                  <a:lnTo>
                    <a:pt x="413842" y="73845"/>
                  </a:lnTo>
                  <a:lnTo>
                    <a:pt x="373877" y="94790"/>
                  </a:lnTo>
                  <a:lnTo>
                    <a:pt x="335250" y="118142"/>
                  </a:lnTo>
                  <a:lnTo>
                    <a:pt x="298084" y="143839"/>
                  </a:lnTo>
                  <a:lnTo>
                    <a:pt x="262499" y="171816"/>
                  </a:lnTo>
                  <a:lnTo>
                    <a:pt x="228618" y="202009"/>
                  </a:lnTo>
                  <a:lnTo>
                    <a:pt x="196561" y="234356"/>
                  </a:lnTo>
                  <a:lnTo>
                    <a:pt x="166451" y="268792"/>
                  </a:lnTo>
                  <a:lnTo>
                    <a:pt x="138407" y="305254"/>
                  </a:lnTo>
                  <a:lnTo>
                    <a:pt x="112552" y="343677"/>
                  </a:lnTo>
                  <a:lnTo>
                    <a:pt x="89008" y="383999"/>
                  </a:lnTo>
                  <a:lnTo>
                    <a:pt x="67895" y="426155"/>
                  </a:lnTo>
                  <a:lnTo>
                    <a:pt x="49334" y="470083"/>
                  </a:lnTo>
                  <a:lnTo>
                    <a:pt x="33448" y="515717"/>
                  </a:lnTo>
                  <a:lnTo>
                    <a:pt x="20546" y="562297"/>
                  </a:lnTo>
                  <a:lnTo>
                    <a:pt x="10813" y="608992"/>
                  </a:lnTo>
                  <a:lnTo>
                    <a:pt x="4187" y="655681"/>
                  </a:lnTo>
                  <a:lnTo>
                    <a:pt x="604" y="702243"/>
                  </a:lnTo>
                  <a:lnTo>
                    <a:pt x="0" y="748557"/>
                  </a:lnTo>
                  <a:lnTo>
                    <a:pt x="2311" y="794500"/>
                  </a:lnTo>
                  <a:lnTo>
                    <a:pt x="7475" y="839953"/>
                  </a:lnTo>
                  <a:lnTo>
                    <a:pt x="15428" y="884794"/>
                  </a:lnTo>
                  <a:lnTo>
                    <a:pt x="26107" y="928901"/>
                  </a:lnTo>
                  <a:lnTo>
                    <a:pt x="39447" y="972154"/>
                  </a:lnTo>
                  <a:lnTo>
                    <a:pt x="55385" y="1014431"/>
                  </a:lnTo>
                  <a:lnTo>
                    <a:pt x="73859" y="1055611"/>
                  </a:lnTo>
                  <a:lnTo>
                    <a:pt x="94803" y="1095573"/>
                  </a:lnTo>
                  <a:lnTo>
                    <a:pt x="118156" y="1134196"/>
                  </a:lnTo>
                  <a:lnTo>
                    <a:pt x="143853" y="1171357"/>
                  </a:lnTo>
                  <a:lnTo>
                    <a:pt x="171831" y="1206937"/>
                  </a:lnTo>
                  <a:lnTo>
                    <a:pt x="202026" y="1240814"/>
                  </a:lnTo>
                  <a:lnTo>
                    <a:pt x="234375" y="1272867"/>
                  </a:lnTo>
                  <a:lnTo>
                    <a:pt x="268815" y="1302974"/>
                  </a:lnTo>
                  <a:lnTo>
                    <a:pt x="305281" y="1331014"/>
                  </a:lnTo>
                  <a:lnTo>
                    <a:pt x="343711" y="1356866"/>
                  </a:lnTo>
                  <a:lnTo>
                    <a:pt x="384041" y="1380409"/>
                  </a:lnTo>
                  <a:lnTo>
                    <a:pt x="426207" y="1401522"/>
                  </a:lnTo>
                  <a:lnTo>
                    <a:pt x="470146" y="1420083"/>
                  </a:lnTo>
                  <a:lnTo>
                    <a:pt x="515794" y="1435972"/>
                  </a:lnTo>
                  <a:lnTo>
                    <a:pt x="562374" y="1448877"/>
                  </a:lnTo>
                  <a:lnTo>
                    <a:pt x="609070" y="1458612"/>
                  </a:lnTo>
                  <a:lnTo>
                    <a:pt x="655759" y="1465240"/>
                  </a:lnTo>
                  <a:lnTo>
                    <a:pt x="702321" y="1468824"/>
                  </a:lnTo>
                  <a:lnTo>
                    <a:pt x="748635" y="1469429"/>
                  </a:lnTo>
                  <a:lnTo>
                    <a:pt x="794579" y="1467117"/>
                  </a:lnTo>
                  <a:lnTo>
                    <a:pt x="840032" y="1461953"/>
                  </a:lnTo>
                  <a:lnTo>
                    <a:pt x="884873" y="1454000"/>
                  </a:lnTo>
                  <a:lnTo>
                    <a:pt x="928981" y="1443321"/>
                  </a:lnTo>
                  <a:lnTo>
                    <a:pt x="972234" y="1429980"/>
                  </a:lnTo>
                  <a:lnTo>
                    <a:pt x="1014512" y="1414040"/>
                  </a:lnTo>
                  <a:lnTo>
                    <a:pt x="1055692" y="1395565"/>
                  </a:lnTo>
                  <a:lnTo>
                    <a:pt x="1095654" y="1374619"/>
                  </a:lnTo>
                  <a:lnTo>
                    <a:pt x="1134276" y="1351265"/>
                  </a:lnTo>
                  <a:lnTo>
                    <a:pt x="1171437" y="1325566"/>
                  </a:lnTo>
                  <a:lnTo>
                    <a:pt x="1207017" y="1297587"/>
                  </a:lnTo>
                  <a:lnTo>
                    <a:pt x="1240893" y="1267390"/>
                  </a:lnTo>
                  <a:lnTo>
                    <a:pt x="1272945" y="1235039"/>
                  </a:lnTo>
                  <a:lnTo>
                    <a:pt x="1303051" y="1200598"/>
                  </a:lnTo>
                  <a:lnTo>
                    <a:pt x="1331090" y="1164130"/>
                  </a:lnTo>
                  <a:lnTo>
                    <a:pt x="1356940" y="1125699"/>
                  </a:lnTo>
                  <a:lnTo>
                    <a:pt x="1380482" y="1085368"/>
                  </a:lnTo>
                  <a:lnTo>
                    <a:pt x="1401592" y="1043201"/>
                  </a:lnTo>
                  <a:lnTo>
                    <a:pt x="1420151" y="999262"/>
                  </a:lnTo>
                  <a:lnTo>
                    <a:pt x="1436036" y="953613"/>
                  </a:lnTo>
                  <a:lnTo>
                    <a:pt x="1448939" y="907048"/>
                  </a:lnTo>
                  <a:lnTo>
                    <a:pt x="1458671" y="860366"/>
                  </a:lnTo>
                  <a:lnTo>
                    <a:pt x="1465297" y="813689"/>
                  </a:lnTo>
                  <a:lnTo>
                    <a:pt x="1468881" y="767138"/>
                  </a:lnTo>
                  <a:lnTo>
                    <a:pt x="1469485" y="720834"/>
                  </a:lnTo>
                  <a:lnTo>
                    <a:pt x="1467173" y="674899"/>
                  </a:lnTo>
                  <a:lnTo>
                    <a:pt x="1462009" y="629455"/>
                  </a:lnTo>
                  <a:lnTo>
                    <a:pt x="1454056" y="584621"/>
                  </a:lnTo>
                  <a:lnTo>
                    <a:pt x="1443378" y="540520"/>
                  </a:lnTo>
                  <a:lnTo>
                    <a:pt x="1430038" y="497273"/>
                  </a:lnTo>
                  <a:lnTo>
                    <a:pt x="1414099" y="455000"/>
                  </a:lnTo>
                  <a:lnTo>
                    <a:pt x="1395626" y="413825"/>
                  </a:lnTo>
                  <a:lnTo>
                    <a:pt x="1374681" y="373867"/>
                  </a:lnTo>
                  <a:lnTo>
                    <a:pt x="1351329" y="335248"/>
                  </a:lnTo>
                  <a:lnTo>
                    <a:pt x="1325632" y="298089"/>
                  </a:lnTo>
                  <a:lnTo>
                    <a:pt x="1297654" y="262512"/>
                  </a:lnTo>
                  <a:lnTo>
                    <a:pt x="1267458" y="228637"/>
                  </a:lnTo>
                  <a:lnTo>
                    <a:pt x="1235109" y="196587"/>
                  </a:lnTo>
                  <a:lnTo>
                    <a:pt x="1200670" y="166482"/>
                  </a:lnTo>
                  <a:lnTo>
                    <a:pt x="1164203" y="138444"/>
                  </a:lnTo>
                  <a:lnTo>
                    <a:pt x="1125774" y="112593"/>
                  </a:lnTo>
                  <a:lnTo>
                    <a:pt x="1085444" y="89053"/>
                  </a:lnTo>
                  <a:lnTo>
                    <a:pt x="1043278" y="67942"/>
                  </a:lnTo>
                  <a:lnTo>
                    <a:pt x="999339" y="49384"/>
                  </a:lnTo>
                  <a:lnTo>
                    <a:pt x="953690" y="33498"/>
                  </a:lnTo>
                  <a:lnTo>
                    <a:pt x="907124" y="20582"/>
                  </a:lnTo>
                  <a:lnTo>
                    <a:pt x="860441" y="10837"/>
                  </a:lnTo>
                  <a:lnTo>
                    <a:pt x="813761" y="4201"/>
                  </a:lnTo>
                  <a:lnTo>
                    <a:pt x="767206" y="610"/>
                  </a:lnTo>
                  <a:lnTo>
                    <a:pt x="72089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63327" y="4497323"/>
              <a:ext cx="1542287" cy="154076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9866756" y="4537836"/>
              <a:ext cx="1460500" cy="1459865"/>
            </a:xfrm>
            <a:custGeom>
              <a:avLst/>
              <a:gdLst/>
              <a:ahLst/>
              <a:cxnLst/>
              <a:rect l="l" t="t" r="r" b="b"/>
              <a:pathLst>
                <a:path w="1460500" h="1459864">
                  <a:moveTo>
                    <a:pt x="727583" y="0"/>
                  </a:moveTo>
                  <a:lnTo>
                    <a:pt x="729996" y="729869"/>
                  </a:lnTo>
                  <a:lnTo>
                    <a:pt x="155448" y="279526"/>
                  </a:lnTo>
                  <a:lnTo>
                    <a:pt x="126485" y="319159"/>
                  </a:lnTo>
                  <a:lnTo>
                    <a:pt x="100364" y="360457"/>
                  </a:lnTo>
                  <a:lnTo>
                    <a:pt x="77137" y="403265"/>
                  </a:lnTo>
                  <a:lnTo>
                    <a:pt x="56857" y="447429"/>
                  </a:lnTo>
                  <a:lnTo>
                    <a:pt x="39576" y="492791"/>
                  </a:lnTo>
                  <a:lnTo>
                    <a:pt x="25347" y="539198"/>
                  </a:lnTo>
                  <a:lnTo>
                    <a:pt x="14222" y="586493"/>
                  </a:lnTo>
                  <a:lnTo>
                    <a:pt x="6254" y="634521"/>
                  </a:lnTo>
                  <a:lnTo>
                    <a:pt x="1496" y="683127"/>
                  </a:lnTo>
                  <a:lnTo>
                    <a:pt x="0" y="732154"/>
                  </a:lnTo>
                  <a:lnTo>
                    <a:pt x="1704" y="780142"/>
                  </a:lnTo>
                  <a:lnTo>
                    <a:pt x="6447" y="827290"/>
                  </a:lnTo>
                  <a:lnTo>
                    <a:pt x="14133" y="873503"/>
                  </a:lnTo>
                  <a:lnTo>
                    <a:pt x="24665" y="918686"/>
                  </a:lnTo>
                  <a:lnTo>
                    <a:pt x="37947" y="962742"/>
                  </a:lnTo>
                  <a:lnTo>
                    <a:pt x="53882" y="1005575"/>
                  </a:lnTo>
                  <a:lnTo>
                    <a:pt x="72373" y="1047090"/>
                  </a:lnTo>
                  <a:lnTo>
                    <a:pt x="93324" y="1087192"/>
                  </a:lnTo>
                  <a:lnTo>
                    <a:pt x="116638" y="1125783"/>
                  </a:lnTo>
                  <a:lnTo>
                    <a:pt x="142219" y="1162768"/>
                  </a:lnTo>
                  <a:lnTo>
                    <a:pt x="169970" y="1198052"/>
                  </a:lnTo>
                  <a:lnTo>
                    <a:pt x="199795" y="1231538"/>
                  </a:lnTo>
                  <a:lnTo>
                    <a:pt x="231597" y="1263132"/>
                  </a:lnTo>
                  <a:lnTo>
                    <a:pt x="265279" y="1292736"/>
                  </a:lnTo>
                  <a:lnTo>
                    <a:pt x="300746" y="1320255"/>
                  </a:lnTo>
                  <a:lnTo>
                    <a:pt x="337899" y="1345593"/>
                  </a:lnTo>
                  <a:lnTo>
                    <a:pt x="376644" y="1368654"/>
                  </a:lnTo>
                  <a:lnTo>
                    <a:pt x="416883" y="1389343"/>
                  </a:lnTo>
                  <a:lnTo>
                    <a:pt x="458519" y="1407564"/>
                  </a:lnTo>
                  <a:lnTo>
                    <a:pt x="501456" y="1423221"/>
                  </a:lnTo>
                  <a:lnTo>
                    <a:pt x="545599" y="1436217"/>
                  </a:lnTo>
                  <a:lnTo>
                    <a:pt x="590849" y="1446458"/>
                  </a:lnTo>
                  <a:lnTo>
                    <a:pt x="637110" y="1453847"/>
                  </a:lnTo>
                  <a:lnTo>
                    <a:pt x="684287" y="1458289"/>
                  </a:lnTo>
                  <a:lnTo>
                    <a:pt x="732282" y="1459687"/>
                  </a:lnTo>
                  <a:lnTo>
                    <a:pt x="780281" y="1457979"/>
                  </a:lnTo>
                  <a:lnTo>
                    <a:pt x="827440" y="1453232"/>
                  </a:lnTo>
                  <a:lnTo>
                    <a:pt x="873665" y="1445545"/>
                  </a:lnTo>
                  <a:lnTo>
                    <a:pt x="918858" y="1435012"/>
                  </a:lnTo>
                  <a:lnTo>
                    <a:pt x="962924" y="1421731"/>
                  </a:lnTo>
                  <a:lnTo>
                    <a:pt x="1005767" y="1405798"/>
                  </a:lnTo>
                  <a:lnTo>
                    <a:pt x="1047291" y="1387309"/>
                  </a:lnTo>
                  <a:lnTo>
                    <a:pt x="1087401" y="1366360"/>
                  </a:lnTo>
                  <a:lnTo>
                    <a:pt x="1126001" y="1343049"/>
                  </a:lnTo>
                  <a:lnTo>
                    <a:pt x="1162994" y="1317472"/>
                  </a:lnTo>
                  <a:lnTo>
                    <a:pt x="1198286" y="1289725"/>
                  </a:lnTo>
                  <a:lnTo>
                    <a:pt x="1231779" y="1259905"/>
                  </a:lnTo>
                  <a:lnTo>
                    <a:pt x="1263379" y="1228107"/>
                  </a:lnTo>
                  <a:lnTo>
                    <a:pt x="1292990" y="1194430"/>
                  </a:lnTo>
                  <a:lnTo>
                    <a:pt x="1320515" y="1158968"/>
                  </a:lnTo>
                  <a:lnTo>
                    <a:pt x="1345859" y="1121819"/>
                  </a:lnTo>
                  <a:lnTo>
                    <a:pt x="1368926" y="1083079"/>
                  </a:lnTo>
                  <a:lnTo>
                    <a:pt x="1389620" y="1042844"/>
                  </a:lnTo>
                  <a:lnTo>
                    <a:pt x="1407846" y="1001211"/>
                  </a:lnTo>
                  <a:lnTo>
                    <a:pt x="1423507" y="958276"/>
                  </a:lnTo>
                  <a:lnTo>
                    <a:pt x="1436508" y="914137"/>
                  </a:lnTo>
                  <a:lnTo>
                    <a:pt x="1446752" y="868888"/>
                  </a:lnTo>
                  <a:lnTo>
                    <a:pt x="1454145" y="822628"/>
                  </a:lnTo>
                  <a:lnTo>
                    <a:pt x="1458590" y="775451"/>
                  </a:lnTo>
                  <a:lnTo>
                    <a:pt x="1459992" y="727456"/>
                  </a:lnTo>
                  <a:lnTo>
                    <a:pt x="1458287" y="679472"/>
                  </a:lnTo>
                  <a:lnTo>
                    <a:pt x="1453544" y="632327"/>
                  </a:lnTo>
                  <a:lnTo>
                    <a:pt x="1445858" y="586118"/>
                  </a:lnTo>
                  <a:lnTo>
                    <a:pt x="1435325" y="540940"/>
                  </a:lnTo>
                  <a:lnTo>
                    <a:pt x="1422043" y="496889"/>
                  </a:lnTo>
                  <a:lnTo>
                    <a:pt x="1406107" y="454060"/>
                  </a:lnTo>
                  <a:lnTo>
                    <a:pt x="1387615" y="412550"/>
                  </a:lnTo>
                  <a:lnTo>
                    <a:pt x="1366663" y="372453"/>
                  </a:lnTo>
                  <a:lnTo>
                    <a:pt x="1343347" y="333867"/>
                  </a:lnTo>
                  <a:lnTo>
                    <a:pt x="1317764" y="296887"/>
                  </a:lnTo>
                  <a:lnTo>
                    <a:pt x="1290010" y="261608"/>
                  </a:lnTo>
                  <a:lnTo>
                    <a:pt x="1260182" y="228126"/>
                  </a:lnTo>
                  <a:lnTo>
                    <a:pt x="1228376" y="196538"/>
                  </a:lnTo>
                  <a:lnTo>
                    <a:pt x="1194689" y="166938"/>
                  </a:lnTo>
                  <a:lnTo>
                    <a:pt x="1159218" y="139423"/>
                  </a:lnTo>
                  <a:lnTo>
                    <a:pt x="1122058" y="114089"/>
                  </a:lnTo>
                  <a:lnTo>
                    <a:pt x="1083307" y="91030"/>
                  </a:lnTo>
                  <a:lnTo>
                    <a:pt x="1043061" y="70344"/>
                  </a:lnTo>
                  <a:lnTo>
                    <a:pt x="1001416" y="52125"/>
                  </a:lnTo>
                  <a:lnTo>
                    <a:pt x="958470" y="36470"/>
                  </a:lnTo>
                  <a:lnTo>
                    <a:pt x="914317" y="23474"/>
                  </a:lnTo>
                  <a:lnTo>
                    <a:pt x="869056" y="13233"/>
                  </a:lnTo>
                  <a:lnTo>
                    <a:pt x="822782" y="5843"/>
                  </a:lnTo>
                  <a:lnTo>
                    <a:pt x="775592" y="1400"/>
                  </a:lnTo>
                  <a:lnTo>
                    <a:pt x="72758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9975214" y="4662805"/>
              <a:ext cx="1233805" cy="1233805"/>
            </a:xfrm>
            <a:custGeom>
              <a:avLst/>
              <a:gdLst/>
              <a:ahLst/>
              <a:cxnLst/>
              <a:rect l="l" t="t" r="r" b="b"/>
              <a:pathLst>
                <a:path w="1233804" h="1233804">
                  <a:moveTo>
                    <a:pt x="620776" y="0"/>
                  </a:moveTo>
                  <a:lnTo>
                    <a:pt x="572565" y="1533"/>
                  </a:lnTo>
                  <a:lnTo>
                    <a:pt x="525345" y="6695"/>
                  </a:lnTo>
                  <a:lnTo>
                    <a:pt x="479253" y="15349"/>
                  </a:lnTo>
                  <a:lnTo>
                    <a:pt x="434427" y="27359"/>
                  </a:lnTo>
                  <a:lnTo>
                    <a:pt x="391006" y="42588"/>
                  </a:lnTo>
                  <a:lnTo>
                    <a:pt x="349127" y="60900"/>
                  </a:lnTo>
                  <a:lnTo>
                    <a:pt x="308929" y="82159"/>
                  </a:lnTo>
                  <a:lnTo>
                    <a:pt x="270550" y="106228"/>
                  </a:lnTo>
                  <a:lnTo>
                    <a:pt x="234128" y="132971"/>
                  </a:lnTo>
                  <a:lnTo>
                    <a:pt x="199801" y="162251"/>
                  </a:lnTo>
                  <a:lnTo>
                    <a:pt x="167708" y="193931"/>
                  </a:lnTo>
                  <a:lnTo>
                    <a:pt x="137986" y="227877"/>
                  </a:lnTo>
                  <a:lnTo>
                    <a:pt x="110774" y="263950"/>
                  </a:lnTo>
                  <a:lnTo>
                    <a:pt x="86209" y="302015"/>
                  </a:lnTo>
                  <a:lnTo>
                    <a:pt x="64430" y="341935"/>
                  </a:lnTo>
                  <a:lnTo>
                    <a:pt x="45576" y="383574"/>
                  </a:lnTo>
                  <a:lnTo>
                    <a:pt x="29783" y="426795"/>
                  </a:lnTo>
                  <a:lnTo>
                    <a:pt x="17192" y="471462"/>
                  </a:lnTo>
                  <a:lnTo>
                    <a:pt x="7938" y="517439"/>
                  </a:lnTo>
                  <a:lnTo>
                    <a:pt x="2161" y="564588"/>
                  </a:lnTo>
                  <a:lnTo>
                    <a:pt x="0" y="612775"/>
                  </a:lnTo>
                  <a:lnTo>
                    <a:pt x="1532" y="660979"/>
                  </a:lnTo>
                  <a:lnTo>
                    <a:pt x="6691" y="708193"/>
                  </a:lnTo>
                  <a:lnTo>
                    <a:pt x="15342" y="754279"/>
                  </a:lnTo>
                  <a:lnTo>
                    <a:pt x="27347" y="799098"/>
                  </a:lnTo>
                  <a:lnTo>
                    <a:pt x="42570" y="842513"/>
                  </a:lnTo>
                  <a:lnTo>
                    <a:pt x="60875" y="884385"/>
                  </a:lnTo>
                  <a:lnTo>
                    <a:pt x="82126" y="924576"/>
                  </a:lnTo>
                  <a:lnTo>
                    <a:pt x="106187" y="962949"/>
                  </a:lnTo>
                  <a:lnTo>
                    <a:pt x="132921" y="999366"/>
                  </a:lnTo>
                  <a:lnTo>
                    <a:pt x="162192" y="1033687"/>
                  </a:lnTo>
                  <a:lnTo>
                    <a:pt x="193863" y="1065776"/>
                  </a:lnTo>
                  <a:lnTo>
                    <a:pt x="227800" y="1095495"/>
                  </a:lnTo>
                  <a:lnTo>
                    <a:pt x="263864" y="1122704"/>
                  </a:lnTo>
                  <a:lnTo>
                    <a:pt x="301921" y="1147267"/>
                  </a:lnTo>
                  <a:lnTo>
                    <a:pt x="341833" y="1169044"/>
                  </a:lnTo>
                  <a:lnTo>
                    <a:pt x="383465" y="1187899"/>
                  </a:lnTo>
                  <a:lnTo>
                    <a:pt x="426680" y="1203693"/>
                  </a:lnTo>
                  <a:lnTo>
                    <a:pt x="471342" y="1216288"/>
                  </a:lnTo>
                  <a:lnTo>
                    <a:pt x="517315" y="1225547"/>
                  </a:lnTo>
                  <a:lnTo>
                    <a:pt x="564462" y="1231330"/>
                  </a:lnTo>
                  <a:lnTo>
                    <a:pt x="612648" y="1233500"/>
                  </a:lnTo>
                  <a:lnTo>
                    <a:pt x="660858" y="1231959"/>
                  </a:lnTo>
                  <a:lnTo>
                    <a:pt x="708078" y="1226791"/>
                  </a:lnTo>
                  <a:lnTo>
                    <a:pt x="754170" y="1218133"/>
                  </a:lnTo>
                  <a:lnTo>
                    <a:pt x="798996" y="1206122"/>
                  </a:lnTo>
                  <a:lnTo>
                    <a:pt x="842417" y="1190892"/>
                  </a:lnTo>
                  <a:lnTo>
                    <a:pt x="884296" y="1172581"/>
                  </a:lnTo>
                  <a:lnTo>
                    <a:pt x="924494" y="1151325"/>
                  </a:lnTo>
                  <a:lnTo>
                    <a:pt x="962873" y="1127260"/>
                  </a:lnTo>
                  <a:lnTo>
                    <a:pt x="999295" y="1100522"/>
                  </a:lnTo>
                  <a:lnTo>
                    <a:pt x="1033622" y="1071247"/>
                  </a:lnTo>
                  <a:lnTo>
                    <a:pt x="1065715" y="1039572"/>
                  </a:lnTo>
                  <a:lnTo>
                    <a:pt x="1095437" y="1005633"/>
                  </a:lnTo>
                  <a:lnTo>
                    <a:pt x="1122649" y="969566"/>
                  </a:lnTo>
                  <a:lnTo>
                    <a:pt x="1147214" y="931508"/>
                  </a:lnTo>
                  <a:lnTo>
                    <a:pt x="1168993" y="891594"/>
                  </a:lnTo>
                  <a:lnTo>
                    <a:pt x="1187847" y="849961"/>
                  </a:lnTo>
                  <a:lnTo>
                    <a:pt x="1203640" y="806745"/>
                  </a:lnTo>
                  <a:lnTo>
                    <a:pt x="1216231" y="762082"/>
                  </a:lnTo>
                  <a:lnTo>
                    <a:pt x="1225485" y="716109"/>
                  </a:lnTo>
                  <a:lnTo>
                    <a:pt x="1231262" y="668961"/>
                  </a:lnTo>
                  <a:lnTo>
                    <a:pt x="1233424" y="620776"/>
                  </a:lnTo>
                  <a:lnTo>
                    <a:pt x="1231891" y="572565"/>
                  </a:lnTo>
                  <a:lnTo>
                    <a:pt x="1226732" y="525345"/>
                  </a:lnTo>
                  <a:lnTo>
                    <a:pt x="1218081" y="479253"/>
                  </a:lnTo>
                  <a:lnTo>
                    <a:pt x="1206076" y="434427"/>
                  </a:lnTo>
                  <a:lnTo>
                    <a:pt x="1190853" y="391006"/>
                  </a:lnTo>
                  <a:lnTo>
                    <a:pt x="1172548" y="349127"/>
                  </a:lnTo>
                  <a:lnTo>
                    <a:pt x="1151297" y="308929"/>
                  </a:lnTo>
                  <a:lnTo>
                    <a:pt x="1127236" y="270550"/>
                  </a:lnTo>
                  <a:lnTo>
                    <a:pt x="1100502" y="234128"/>
                  </a:lnTo>
                  <a:lnTo>
                    <a:pt x="1071231" y="199801"/>
                  </a:lnTo>
                  <a:lnTo>
                    <a:pt x="1039560" y="167708"/>
                  </a:lnTo>
                  <a:lnTo>
                    <a:pt x="1005623" y="137986"/>
                  </a:lnTo>
                  <a:lnTo>
                    <a:pt x="969559" y="110774"/>
                  </a:lnTo>
                  <a:lnTo>
                    <a:pt x="931502" y="86209"/>
                  </a:lnTo>
                  <a:lnTo>
                    <a:pt x="891590" y="64430"/>
                  </a:lnTo>
                  <a:lnTo>
                    <a:pt x="849958" y="45576"/>
                  </a:lnTo>
                  <a:lnTo>
                    <a:pt x="806743" y="29783"/>
                  </a:lnTo>
                  <a:lnTo>
                    <a:pt x="762081" y="17192"/>
                  </a:lnTo>
                  <a:lnTo>
                    <a:pt x="716108" y="7938"/>
                  </a:lnTo>
                  <a:lnTo>
                    <a:pt x="668961" y="2161"/>
                  </a:lnTo>
                  <a:lnTo>
                    <a:pt x="620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9693020" y="4363973"/>
              <a:ext cx="1807845" cy="1807845"/>
            </a:xfrm>
            <a:custGeom>
              <a:avLst/>
              <a:gdLst/>
              <a:ahLst/>
              <a:cxnLst/>
              <a:rect l="l" t="t" r="r" b="b"/>
              <a:pathLst>
                <a:path w="1807845" h="1807845">
                  <a:moveTo>
                    <a:pt x="909574" y="0"/>
                  </a:moveTo>
                  <a:lnTo>
                    <a:pt x="957561" y="1558"/>
                  </a:lnTo>
                  <a:lnTo>
                    <a:pt x="1004881" y="5576"/>
                  </a:lnTo>
                  <a:lnTo>
                    <a:pt x="1051471" y="11992"/>
                  </a:lnTo>
                  <a:lnTo>
                    <a:pt x="1097269" y="20742"/>
                  </a:lnTo>
                  <a:lnTo>
                    <a:pt x="1142212" y="31764"/>
                  </a:lnTo>
                  <a:lnTo>
                    <a:pt x="1186239" y="44994"/>
                  </a:lnTo>
                  <a:lnTo>
                    <a:pt x="1229288" y="60370"/>
                  </a:lnTo>
                  <a:lnTo>
                    <a:pt x="1271296" y="77829"/>
                  </a:lnTo>
                  <a:lnTo>
                    <a:pt x="1312202" y="97308"/>
                  </a:lnTo>
                  <a:lnTo>
                    <a:pt x="1351943" y="118743"/>
                  </a:lnTo>
                  <a:lnTo>
                    <a:pt x="1390457" y="142073"/>
                  </a:lnTo>
                  <a:lnTo>
                    <a:pt x="1427682" y="167234"/>
                  </a:lnTo>
                  <a:lnTo>
                    <a:pt x="1463556" y="194164"/>
                  </a:lnTo>
                  <a:lnTo>
                    <a:pt x="1498017" y="222799"/>
                  </a:lnTo>
                  <a:lnTo>
                    <a:pt x="1531003" y="253076"/>
                  </a:lnTo>
                  <a:lnTo>
                    <a:pt x="1562451" y="284933"/>
                  </a:lnTo>
                  <a:lnTo>
                    <a:pt x="1592300" y="318307"/>
                  </a:lnTo>
                  <a:lnTo>
                    <a:pt x="1620487" y="353134"/>
                  </a:lnTo>
                  <a:lnTo>
                    <a:pt x="1646951" y="389353"/>
                  </a:lnTo>
                  <a:lnTo>
                    <a:pt x="1671629" y="426899"/>
                  </a:lnTo>
                  <a:lnTo>
                    <a:pt x="1694459" y="465711"/>
                  </a:lnTo>
                  <a:lnTo>
                    <a:pt x="1715379" y="505725"/>
                  </a:lnTo>
                  <a:lnTo>
                    <a:pt x="1734327" y="546878"/>
                  </a:lnTo>
                  <a:lnTo>
                    <a:pt x="1751241" y="589108"/>
                  </a:lnTo>
                  <a:lnTo>
                    <a:pt x="1766058" y="632351"/>
                  </a:lnTo>
                  <a:lnTo>
                    <a:pt x="1778717" y="676545"/>
                  </a:lnTo>
                  <a:lnTo>
                    <a:pt x="1789156" y="721627"/>
                  </a:lnTo>
                  <a:lnTo>
                    <a:pt x="1797312" y="767533"/>
                  </a:lnTo>
                  <a:lnTo>
                    <a:pt x="1803123" y="814202"/>
                  </a:lnTo>
                  <a:lnTo>
                    <a:pt x="1806528" y="861570"/>
                  </a:lnTo>
                  <a:lnTo>
                    <a:pt x="1807463" y="909573"/>
                  </a:lnTo>
                  <a:lnTo>
                    <a:pt x="1805894" y="957566"/>
                  </a:lnTo>
                  <a:lnTo>
                    <a:pt x="1801865" y="1004889"/>
                  </a:lnTo>
                  <a:lnTo>
                    <a:pt x="1795441" y="1051482"/>
                  </a:lnTo>
                  <a:lnTo>
                    <a:pt x="1786683" y="1097281"/>
                  </a:lnTo>
                  <a:lnTo>
                    <a:pt x="1775655" y="1142226"/>
                  </a:lnTo>
                  <a:lnTo>
                    <a:pt x="1762420" y="1186254"/>
                  </a:lnTo>
                  <a:lnTo>
                    <a:pt x="1747040" y="1229303"/>
                  </a:lnTo>
                  <a:lnTo>
                    <a:pt x="1729578" y="1271310"/>
                  </a:lnTo>
                  <a:lnTo>
                    <a:pt x="1710096" y="1312215"/>
                  </a:lnTo>
                  <a:lnTo>
                    <a:pt x="1688659" y="1351955"/>
                  </a:lnTo>
                  <a:lnTo>
                    <a:pt x="1665328" y="1390467"/>
                  </a:lnTo>
                  <a:lnTo>
                    <a:pt x="1640166" y="1427690"/>
                  </a:lnTo>
                  <a:lnTo>
                    <a:pt x="1613236" y="1463562"/>
                  </a:lnTo>
                  <a:lnTo>
                    <a:pt x="1584601" y="1498021"/>
                  </a:lnTo>
                  <a:lnTo>
                    <a:pt x="1554324" y="1531004"/>
                  </a:lnTo>
                  <a:lnTo>
                    <a:pt x="1522467" y="1562450"/>
                  </a:lnTo>
                  <a:lnTo>
                    <a:pt x="1489093" y="1592296"/>
                  </a:lnTo>
                  <a:lnTo>
                    <a:pt x="1454265" y="1620481"/>
                  </a:lnTo>
                  <a:lnTo>
                    <a:pt x="1418046" y="1646943"/>
                  </a:lnTo>
                  <a:lnTo>
                    <a:pt x="1380499" y="1671619"/>
                  </a:lnTo>
                  <a:lnTo>
                    <a:pt x="1341686" y="1694447"/>
                  </a:lnTo>
                  <a:lnTo>
                    <a:pt x="1301670" y="1715366"/>
                  </a:lnTo>
                  <a:lnTo>
                    <a:pt x="1260514" y="1734313"/>
                  </a:lnTo>
                  <a:lnTo>
                    <a:pt x="1218281" y="1751226"/>
                  </a:lnTo>
                  <a:lnTo>
                    <a:pt x="1175034" y="1766044"/>
                  </a:lnTo>
                  <a:lnTo>
                    <a:pt x="1130835" y="1778703"/>
                  </a:lnTo>
                  <a:lnTo>
                    <a:pt x="1085747" y="1789143"/>
                  </a:lnTo>
                  <a:lnTo>
                    <a:pt x="1039833" y="1797301"/>
                  </a:lnTo>
                  <a:lnTo>
                    <a:pt x="993156" y="1803115"/>
                  </a:lnTo>
                  <a:lnTo>
                    <a:pt x="945778" y="1806523"/>
                  </a:lnTo>
                  <a:lnTo>
                    <a:pt x="897762" y="1807464"/>
                  </a:lnTo>
                  <a:lnTo>
                    <a:pt x="849775" y="1805897"/>
                  </a:lnTo>
                  <a:lnTo>
                    <a:pt x="802456" y="1801871"/>
                  </a:lnTo>
                  <a:lnTo>
                    <a:pt x="755868" y="1795448"/>
                  </a:lnTo>
                  <a:lnTo>
                    <a:pt x="710073" y="1786692"/>
                  </a:lnTo>
                  <a:lnTo>
                    <a:pt x="665133" y="1775664"/>
                  </a:lnTo>
                  <a:lnTo>
                    <a:pt x="621109" y="1762428"/>
                  </a:lnTo>
                  <a:lnTo>
                    <a:pt x="578064" y="1747048"/>
                  </a:lnTo>
                  <a:lnTo>
                    <a:pt x="536061" y="1729584"/>
                  </a:lnTo>
                  <a:lnTo>
                    <a:pt x="495160" y="1710102"/>
                  </a:lnTo>
                  <a:lnTo>
                    <a:pt x="455424" y="1688662"/>
                  </a:lnTo>
                  <a:lnTo>
                    <a:pt x="416916" y="1665329"/>
                  </a:lnTo>
                  <a:lnTo>
                    <a:pt x="379696" y="1640165"/>
                  </a:lnTo>
                  <a:lnTo>
                    <a:pt x="343828" y="1613233"/>
                  </a:lnTo>
                  <a:lnTo>
                    <a:pt x="309373" y="1584595"/>
                  </a:lnTo>
                  <a:lnTo>
                    <a:pt x="276394" y="1554315"/>
                  </a:lnTo>
                  <a:lnTo>
                    <a:pt x="244951" y="1522456"/>
                  </a:lnTo>
                  <a:lnTo>
                    <a:pt x="215109" y="1489080"/>
                  </a:lnTo>
                  <a:lnTo>
                    <a:pt x="186927" y="1454250"/>
                  </a:lnTo>
                  <a:lnTo>
                    <a:pt x="160470" y="1418029"/>
                  </a:lnTo>
                  <a:lnTo>
                    <a:pt x="135797" y="1380480"/>
                  </a:lnTo>
                  <a:lnTo>
                    <a:pt x="112973" y="1341666"/>
                  </a:lnTo>
                  <a:lnTo>
                    <a:pt x="92058" y="1301649"/>
                  </a:lnTo>
                  <a:lnTo>
                    <a:pt x="73115" y="1260493"/>
                  </a:lnTo>
                  <a:lnTo>
                    <a:pt x="56206" y="1218260"/>
                  </a:lnTo>
                  <a:lnTo>
                    <a:pt x="41392" y="1175013"/>
                  </a:lnTo>
                  <a:lnTo>
                    <a:pt x="28737" y="1130816"/>
                  </a:lnTo>
                  <a:lnTo>
                    <a:pt x="18301" y="1085730"/>
                  </a:lnTo>
                  <a:lnTo>
                    <a:pt x="10148" y="1039819"/>
                  </a:lnTo>
                  <a:lnTo>
                    <a:pt x="4338" y="993145"/>
                  </a:lnTo>
                  <a:lnTo>
                    <a:pt x="935" y="945772"/>
                  </a:lnTo>
                  <a:lnTo>
                    <a:pt x="0" y="897763"/>
                  </a:lnTo>
                  <a:lnTo>
                    <a:pt x="1558" y="849775"/>
                  </a:lnTo>
                  <a:lnTo>
                    <a:pt x="5576" y="802456"/>
                  </a:lnTo>
                  <a:lnTo>
                    <a:pt x="11992" y="755868"/>
                  </a:lnTo>
                  <a:lnTo>
                    <a:pt x="20742" y="710073"/>
                  </a:lnTo>
                  <a:lnTo>
                    <a:pt x="31764" y="665133"/>
                  </a:lnTo>
                  <a:lnTo>
                    <a:pt x="44994" y="621109"/>
                  </a:lnTo>
                  <a:lnTo>
                    <a:pt x="60370" y="578064"/>
                  </a:lnTo>
                  <a:lnTo>
                    <a:pt x="77829" y="536061"/>
                  </a:lnTo>
                  <a:lnTo>
                    <a:pt x="97308" y="495160"/>
                  </a:lnTo>
                  <a:lnTo>
                    <a:pt x="118743" y="455424"/>
                  </a:lnTo>
                  <a:lnTo>
                    <a:pt x="142073" y="416916"/>
                  </a:lnTo>
                  <a:lnTo>
                    <a:pt x="167234" y="379696"/>
                  </a:lnTo>
                  <a:lnTo>
                    <a:pt x="194164" y="343828"/>
                  </a:lnTo>
                  <a:lnTo>
                    <a:pt x="222799" y="309373"/>
                  </a:lnTo>
                  <a:lnTo>
                    <a:pt x="253076" y="276394"/>
                  </a:lnTo>
                  <a:lnTo>
                    <a:pt x="284933" y="244951"/>
                  </a:lnTo>
                  <a:lnTo>
                    <a:pt x="318307" y="215109"/>
                  </a:lnTo>
                  <a:lnTo>
                    <a:pt x="353134" y="186927"/>
                  </a:lnTo>
                  <a:lnTo>
                    <a:pt x="389353" y="160470"/>
                  </a:lnTo>
                  <a:lnTo>
                    <a:pt x="426899" y="135797"/>
                  </a:lnTo>
                  <a:lnTo>
                    <a:pt x="465711" y="112973"/>
                  </a:lnTo>
                  <a:lnTo>
                    <a:pt x="505725" y="92058"/>
                  </a:lnTo>
                  <a:lnTo>
                    <a:pt x="546878" y="73115"/>
                  </a:lnTo>
                  <a:lnTo>
                    <a:pt x="589108" y="56206"/>
                  </a:lnTo>
                  <a:lnTo>
                    <a:pt x="632351" y="41392"/>
                  </a:lnTo>
                  <a:lnTo>
                    <a:pt x="676545" y="28737"/>
                  </a:lnTo>
                  <a:lnTo>
                    <a:pt x="721627" y="18301"/>
                  </a:lnTo>
                  <a:lnTo>
                    <a:pt x="767533" y="10148"/>
                  </a:lnTo>
                  <a:lnTo>
                    <a:pt x="814202" y="4338"/>
                  </a:lnTo>
                  <a:lnTo>
                    <a:pt x="861570" y="935"/>
                  </a:lnTo>
                  <a:lnTo>
                    <a:pt x="909574" y="0"/>
                  </a:lnTo>
                  <a:close/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0593323" y="3695700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h="661670">
                  <a:moveTo>
                    <a:pt x="0" y="0"/>
                  </a:moveTo>
                  <a:lnTo>
                    <a:pt x="0" y="661416"/>
                  </a:lnTo>
                </a:path>
              </a:pathLst>
            </a:custGeom>
            <a:ln w="6096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6" name="object 4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983978" y="3166872"/>
            <a:ext cx="1524000" cy="440435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728472" y="2656332"/>
            <a:ext cx="10943590" cy="38735"/>
          </a:xfrm>
          <a:custGeom>
            <a:avLst/>
            <a:gdLst/>
            <a:ahLst/>
            <a:cxnLst/>
            <a:rect l="l" t="t" r="r" b="b"/>
            <a:pathLst>
              <a:path w="10943590" h="38735">
                <a:moveTo>
                  <a:pt x="0" y="38480"/>
                </a:moveTo>
                <a:lnTo>
                  <a:pt x="10943463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8" name="object 4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691763" y="1665732"/>
            <a:ext cx="6090539" cy="733044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2656713" y="4959858"/>
            <a:ext cx="2482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EBBD8D"/>
                </a:solidFill>
                <a:latin typeface="Arial" panose="020B0604020202090204"/>
                <a:cs typeface="Arial" panose="020B0604020202090204"/>
              </a:rPr>
              <a:t>+</a:t>
            </a:r>
            <a:endParaRPr sz="3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880609" y="4952491"/>
            <a:ext cx="2482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EBBD8D"/>
                </a:solidFill>
                <a:latin typeface="Arial" panose="020B0604020202090204"/>
                <a:cs typeface="Arial" panose="020B0604020202090204"/>
              </a:rPr>
              <a:t>+</a:t>
            </a:r>
            <a:endParaRPr sz="3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083679" y="4929885"/>
            <a:ext cx="2482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EBBD8D"/>
                </a:solidFill>
                <a:latin typeface="Arial" panose="020B0604020202090204"/>
                <a:cs typeface="Arial" panose="020B0604020202090204"/>
              </a:rPr>
              <a:t>+</a:t>
            </a:r>
            <a:endParaRPr sz="3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346183" y="4951857"/>
            <a:ext cx="2482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0" dirty="0">
                <a:solidFill>
                  <a:srgbClr val="EBBD8D"/>
                </a:solidFill>
                <a:latin typeface="Arial" panose="020B0604020202090204"/>
                <a:cs typeface="Arial" panose="020B0604020202090204"/>
              </a:rPr>
              <a:t>+</a:t>
            </a:r>
            <a:endParaRPr sz="30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371600" y="4928619"/>
            <a:ext cx="696595" cy="693420"/>
            <a:chOff x="1371600" y="4928619"/>
            <a:chExt cx="696595" cy="693420"/>
          </a:xfrm>
        </p:grpSpPr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97718" y="5145917"/>
              <a:ext cx="236011" cy="250235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371600" y="4928619"/>
              <a:ext cx="665480" cy="693420"/>
            </a:xfrm>
            <a:custGeom>
              <a:avLst/>
              <a:gdLst/>
              <a:ahLst/>
              <a:cxnLst/>
              <a:rect l="l" t="t" r="r" b="b"/>
              <a:pathLst>
                <a:path w="665480" h="693420">
                  <a:moveTo>
                    <a:pt x="422344" y="0"/>
                  </a:moveTo>
                  <a:lnTo>
                    <a:pt x="274680" y="0"/>
                  </a:lnTo>
                  <a:lnTo>
                    <a:pt x="235500" y="11037"/>
                  </a:lnTo>
                  <a:lnTo>
                    <a:pt x="193413" y="28992"/>
                  </a:lnTo>
                  <a:lnTo>
                    <a:pt x="154085" y="51238"/>
                  </a:lnTo>
                  <a:lnTo>
                    <a:pt x="118755" y="78400"/>
                  </a:lnTo>
                  <a:lnTo>
                    <a:pt x="86855" y="110478"/>
                  </a:lnTo>
                  <a:lnTo>
                    <a:pt x="59623" y="146849"/>
                  </a:lnTo>
                  <a:lnTo>
                    <a:pt x="36388" y="186101"/>
                  </a:lnTo>
                  <a:lnTo>
                    <a:pt x="18387" y="227626"/>
                  </a:lnTo>
                  <a:lnTo>
                    <a:pt x="6266" y="272741"/>
                  </a:lnTo>
                  <a:lnTo>
                    <a:pt x="644" y="318995"/>
                  </a:lnTo>
                  <a:lnTo>
                    <a:pt x="0" y="342426"/>
                  </a:lnTo>
                  <a:lnTo>
                    <a:pt x="644" y="366808"/>
                  </a:lnTo>
                  <a:lnTo>
                    <a:pt x="6266" y="413730"/>
                  </a:lnTo>
                  <a:lnTo>
                    <a:pt x="18387" y="458175"/>
                  </a:lnTo>
                  <a:lnTo>
                    <a:pt x="36388" y="500154"/>
                  </a:lnTo>
                  <a:lnTo>
                    <a:pt x="59623" y="539383"/>
                  </a:lnTo>
                  <a:lnTo>
                    <a:pt x="86855" y="574623"/>
                  </a:lnTo>
                  <a:lnTo>
                    <a:pt x="118755" y="606442"/>
                  </a:lnTo>
                  <a:lnTo>
                    <a:pt x="154085" y="633605"/>
                  </a:lnTo>
                  <a:lnTo>
                    <a:pt x="193413" y="656781"/>
                  </a:lnTo>
                  <a:lnTo>
                    <a:pt x="235500" y="674736"/>
                  </a:lnTo>
                  <a:lnTo>
                    <a:pt x="280058" y="686826"/>
                  </a:lnTo>
                  <a:lnTo>
                    <a:pt x="327100" y="692433"/>
                  </a:lnTo>
                  <a:lnTo>
                    <a:pt x="351544" y="693077"/>
                  </a:lnTo>
                  <a:lnTo>
                    <a:pt x="376281" y="692408"/>
                  </a:lnTo>
                  <a:lnTo>
                    <a:pt x="425120" y="686131"/>
                  </a:lnTo>
                  <a:lnTo>
                    <a:pt x="471876" y="671881"/>
                  </a:lnTo>
                  <a:lnTo>
                    <a:pt x="515304" y="652125"/>
                  </a:lnTo>
                  <a:lnTo>
                    <a:pt x="555890" y="627174"/>
                  </a:lnTo>
                  <a:lnTo>
                    <a:pt x="593023" y="596410"/>
                  </a:lnTo>
                  <a:lnTo>
                    <a:pt x="626137" y="560630"/>
                  </a:lnTo>
                  <a:lnTo>
                    <a:pt x="653377" y="520451"/>
                  </a:lnTo>
                  <a:lnTo>
                    <a:pt x="665142" y="498818"/>
                  </a:lnTo>
                  <a:lnTo>
                    <a:pt x="625524" y="479064"/>
                  </a:lnTo>
                  <a:lnTo>
                    <a:pt x="615257" y="498227"/>
                  </a:lnTo>
                  <a:lnTo>
                    <a:pt x="604067" y="516310"/>
                  </a:lnTo>
                  <a:lnTo>
                    <a:pt x="577663" y="549852"/>
                  </a:lnTo>
                  <a:lnTo>
                    <a:pt x="546713" y="579484"/>
                  </a:lnTo>
                  <a:lnTo>
                    <a:pt x="513290" y="604179"/>
                  </a:lnTo>
                  <a:lnTo>
                    <a:pt x="475744" y="623934"/>
                  </a:lnTo>
                  <a:lnTo>
                    <a:pt x="435726" y="638751"/>
                  </a:lnTo>
                  <a:lnTo>
                    <a:pt x="393635" y="646982"/>
                  </a:lnTo>
                  <a:lnTo>
                    <a:pt x="351544" y="650275"/>
                  </a:lnTo>
                  <a:lnTo>
                    <a:pt x="329834" y="649632"/>
                  </a:lnTo>
                  <a:lnTo>
                    <a:pt x="288888" y="644024"/>
                  </a:lnTo>
                  <a:lnTo>
                    <a:pt x="249554" y="632937"/>
                  </a:lnTo>
                  <a:lnTo>
                    <a:pt x="213088" y="616989"/>
                  </a:lnTo>
                  <a:lnTo>
                    <a:pt x="179410" y="597001"/>
                  </a:lnTo>
                  <a:lnTo>
                    <a:pt x="147896" y="572976"/>
                  </a:lnTo>
                  <a:lnTo>
                    <a:pt x="120406" y="545556"/>
                  </a:lnTo>
                  <a:lnTo>
                    <a:pt x="96320" y="514122"/>
                  </a:lnTo>
                  <a:lnTo>
                    <a:pt x="76281" y="479839"/>
                  </a:lnTo>
                  <a:lnTo>
                    <a:pt x="60292" y="443927"/>
                  </a:lnTo>
                  <a:lnTo>
                    <a:pt x="49178" y="404692"/>
                  </a:lnTo>
                  <a:lnTo>
                    <a:pt x="43555" y="363387"/>
                  </a:lnTo>
                  <a:lnTo>
                    <a:pt x="42910" y="342426"/>
                  </a:lnTo>
                  <a:lnTo>
                    <a:pt x="43555" y="321722"/>
                  </a:lnTo>
                  <a:lnTo>
                    <a:pt x="49177" y="281539"/>
                  </a:lnTo>
                  <a:lnTo>
                    <a:pt x="60292" y="242304"/>
                  </a:lnTo>
                  <a:lnTo>
                    <a:pt x="76281" y="205265"/>
                  </a:lnTo>
                  <a:lnTo>
                    <a:pt x="96320" y="170950"/>
                  </a:lnTo>
                  <a:lnTo>
                    <a:pt x="120406" y="139977"/>
                  </a:lnTo>
                  <a:lnTo>
                    <a:pt x="147896" y="111868"/>
                  </a:lnTo>
                  <a:lnTo>
                    <a:pt x="179410" y="87842"/>
                  </a:lnTo>
                  <a:lnTo>
                    <a:pt x="213088" y="68086"/>
                  </a:lnTo>
                  <a:lnTo>
                    <a:pt x="249554" y="52600"/>
                  </a:lnTo>
                  <a:lnTo>
                    <a:pt x="289120" y="41778"/>
                  </a:lnTo>
                  <a:lnTo>
                    <a:pt x="330530" y="36844"/>
                  </a:lnTo>
                  <a:lnTo>
                    <a:pt x="351544" y="36227"/>
                  </a:lnTo>
                  <a:lnTo>
                    <a:pt x="372845" y="36869"/>
                  </a:lnTo>
                  <a:lnTo>
                    <a:pt x="416073" y="42472"/>
                  </a:lnTo>
                  <a:lnTo>
                    <a:pt x="458105" y="54785"/>
                  </a:lnTo>
                  <a:lnTo>
                    <a:pt x="497712" y="73209"/>
                  </a:lnTo>
                  <a:lnTo>
                    <a:pt x="516587" y="83967"/>
                  </a:lnTo>
                  <a:lnTo>
                    <a:pt x="547960" y="52674"/>
                  </a:lnTo>
                  <a:lnTo>
                    <a:pt x="502151" y="26542"/>
                  </a:lnTo>
                  <a:lnTo>
                    <a:pt x="453885" y="6578"/>
                  </a:lnTo>
                  <a:lnTo>
                    <a:pt x="428839" y="1053"/>
                  </a:lnTo>
                  <a:lnTo>
                    <a:pt x="422344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477228" y="5027389"/>
              <a:ext cx="464184" cy="487680"/>
            </a:xfrm>
            <a:custGeom>
              <a:avLst/>
              <a:gdLst/>
              <a:ahLst/>
              <a:cxnLst/>
              <a:rect l="l" t="t" r="r" b="b"/>
              <a:pathLst>
                <a:path w="464185" h="487679">
                  <a:moveTo>
                    <a:pt x="245916" y="0"/>
                  </a:moveTo>
                  <a:lnTo>
                    <a:pt x="196013" y="4866"/>
                  </a:lnTo>
                  <a:lnTo>
                    <a:pt x="150398" y="19349"/>
                  </a:lnTo>
                  <a:lnTo>
                    <a:pt x="108829" y="41858"/>
                  </a:lnTo>
                  <a:lnTo>
                    <a:pt x="72621" y="70787"/>
                  </a:lnTo>
                  <a:lnTo>
                    <a:pt x="42680" y="106917"/>
                  </a:lnTo>
                  <a:lnTo>
                    <a:pt x="19806" y="148579"/>
                  </a:lnTo>
                  <a:lnTo>
                    <a:pt x="5571" y="194806"/>
                  </a:lnTo>
                  <a:lnTo>
                    <a:pt x="0" y="243656"/>
                  </a:lnTo>
                  <a:lnTo>
                    <a:pt x="619" y="260660"/>
                  </a:lnTo>
                  <a:lnTo>
                    <a:pt x="14236" y="324300"/>
                  </a:lnTo>
                  <a:lnTo>
                    <a:pt x="42680" y="380394"/>
                  </a:lnTo>
                  <a:lnTo>
                    <a:pt x="72621" y="416510"/>
                  </a:lnTo>
                  <a:lnTo>
                    <a:pt x="108829" y="446375"/>
                  </a:lnTo>
                  <a:lnTo>
                    <a:pt x="150398" y="467956"/>
                  </a:lnTo>
                  <a:lnTo>
                    <a:pt x="196013" y="483132"/>
                  </a:lnTo>
                  <a:lnTo>
                    <a:pt x="245916" y="487300"/>
                  </a:lnTo>
                  <a:lnTo>
                    <a:pt x="262962" y="486683"/>
                  </a:lnTo>
                  <a:lnTo>
                    <a:pt x="328675" y="472844"/>
                  </a:lnTo>
                  <a:lnTo>
                    <a:pt x="373013" y="451082"/>
                  </a:lnTo>
                  <a:lnTo>
                    <a:pt x="413387" y="420292"/>
                  </a:lnTo>
                  <a:lnTo>
                    <a:pt x="446660" y="382143"/>
                  </a:lnTo>
                  <a:lnTo>
                    <a:pt x="463790" y="352316"/>
                  </a:lnTo>
                  <a:lnTo>
                    <a:pt x="419226" y="330913"/>
                  </a:lnTo>
                  <a:lnTo>
                    <a:pt x="412694" y="342944"/>
                  </a:lnTo>
                  <a:lnTo>
                    <a:pt x="405394" y="354364"/>
                  </a:lnTo>
                  <a:lnTo>
                    <a:pt x="378883" y="384927"/>
                  </a:lnTo>
                  <a:lnTo>
                    <a:pt x="348257" y="409925"/>
                  </a:lnTo>
                  <a:lnTo>
                    <a:pt x="312035" y="427058"/>
                  </a:lnTo>
                  <a:lnTo>
                    <a:pt x="272947" y="437295"/>
                  </a:lnTo>
                  <a:lnTo>
                    <a:pt x="245916" y="439558"/>
                  </a:lnTo>
                  <a:lnTo>
                    <a:pt x="225443" y="438606"/>
                  </a:lnTo>
                  <a:lnTo>
                    <a:pt x="186970" y="430529"/>
                  </a:lnTo>
                  <a:lnTo>
                    <a:pt x="151614" y="415044"/>
                  </a:lnTo>
                  <a:lnTo>
                    <a:pt x="107281" y="381939"/>
                  </a:lnTo>
                  <a:lnTo>
                    <a:pt x="73394" y="337024"/>
                  </a:lnTo>
                  <a:lnTo>
                    <a:pt x="57870" y="301759"/>
                  </a:lnTo>
                  <a:lnTo>
                    <a:pt x="50443" y="264052"/>
                  </a:lnTo>
                  <a:lnTo>
                    <a:pt x="49515" y="243656"/>
                  </a:lnTo>
                  <a:lnTo>
                    <a:pt x="50443" y="223955"/>
                  </a:lnTo>
                  <a:lnTo>
                    <a:pt x="57870" y="185786"/>
                  </a:lnTo>
                  <a:lnTo>
                    <a:pt x="73394" y="150983"/>
                  </a:lnTo>
                  <a:lnTo>
                    <a:pt x="107281" y="105370"/>
                  </a:lnTo>
                  <a:lnTo>
                    <a:pt x="151614" y="72497"/>
                  </a:lnTo>
                  <a:lnTo>
                    <a:pt x="186970" y="57729"/>
                  </a:lnTo>
                  <a:lnTo>
                    <a:pt x="225443" y="50313"/>
                  </a:lnTo>
                  <a:lnTo>
                    <a:pt x="245916" y="49384"/>
                  </a:lnTo>
                  <a:lnTo>
                    <a:pt x="256080" y="49696"/>
                  </a:lnTo>
                  <a:lnTo>
                    <a:pt x="298042" y="57090"/>
                  </a:lnTo>
                  <a:lnTo>
                    <a:pt x="328448" y="67498"/>
                  </a:lnTo>
                  <a:lnTo>
                    <a:pt x="364746" y="31293"/>
                  </a:lnTo>
                  <a:lnTo>
                    <a:pt x="321818" y="12537"/>
                  </a:lnTo>
                  <a:lnTo>
                    <a:pt x="276453" y="2264"/>
                  </a:lnTo>
                  <a:lnTo>
                    <a:pt x="261030" y="591"/>
                  </a:lnTo>
                  <a:lnTo>
                    <a:pt x="245916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700038" y="4928619"/>
              <a:ext cx="368300" cy="365760"/>
            </a:xfrm>
            <a:custGeom>
              <a:avLst/>
              <a:gdLst/>
              <a:ahLst/>
              <a:cxnLst/>
              <a:rect l="l" t="t" r="r" b="b"/>
              <a:pathLst>
                <a:path w="368300" h="365760">
                  <a:moveTo>
                    <a:pt x="368033" y="0"/>
                  </a:moveTo>
                  <a:lnTo>
                    <a:pt x="336704" y="0"/>
                  </a:lnTo>
                  <a:lnTo>
                    <a:pt x="6595" y="327602"/>
                  </a:lnTo>
                  <a:lnTo>
                    <a:pt x="1648" y="330891"/>
                  </a:lnTo>
                  <a:lnTo>
                    <a:pt x="0" y="337492"/>
                  </a:lnTo>
                  <a:lnTo>
                    <a:pt x="0" y="349005"/>
                  </a:lnTo>
                  <a:lnTo>
                    <a:pt x="1648" y="353939"/>
                  </a:lnTo>
                  <a:lnTo>
                    <a:pt x="6595" y="358895"/>
                  </a:lnTo>
                  <a:lnTo>
                    <a:pt x="16510" y="365474"/>
                  </a:lnTo>
                  <a:lnTo>
                    <a:pt x="28053" y="365474"/>
                  </a:lnTo>
                  <a:lnTo>
                    <a:pt x="37968" y="358895"/>
                  </a:lnTo>
                  <a:lnTo>
                    <a:pt x="368033" y="29626"/>
                  </a:lnTo>
                  <a:lnTo>
                    <a:pt x="368033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" name="object 58"/>
          <p:cNvGrpSpPr/>
          <p:nvPr/>
        </p:nvGrpSpPr>
        <p:grpSpPr>
          <a:xfrm>
            <a:off x="10358350" y="4931907"/>
            <a:ext cx="459740" cy="659130"/>
            <a:chOff x="10358350" y="4931907"/>
            <a:chExt cx="459740" cy="659130"/>
          </a:xfrm>
        </p:grpSpPr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472455" y="5396206"/>
              <a:ext cx="223392" cy="19439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472455" y="5050807"/>
              <a:ext cx="223392" cy="223292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0358350" y="4931907"/>
              <a:ext cx="459740" cy="459740"/>
            </a:xfrm>
            <a:custGeom>
              <a:avLst/>
              <a:gdLst/>
              <a:ahLst/>
              <a:cxnLst/>
              <a:rect l="l" t="t" r="r" b="b"/>
              <a:pathLst>
                <a:path w="459740" h="459739">
                  <a:moveTo>
                    <a:pt x="303736" y="420925"/>
                  </a:moveTo>
                  <a:lnTo>
                    <a:pt x="147865" y="420925"/>
                  </a:lnTo>
                  <a:lnTo>
                    <a:pt x="151076" y="424135"/>
                  </a:lnTo>
                  <a:lnTo>
                    <a:pt x="152681" y="427345"/>
                  </a:lnTo>
                  <a:lnTo>
                    <a:pt x="157498" y="432160"/>
                  </a:lnTo>
                  <a:lnTo>
                    <a:pt x="160709" y="433765"/>
                  </a:lnTo>
                  <a:lnTo>
                    <a:pt x="162315" y="436997"/>
                  </a:lnTo>
                  <a:lnTo>
                    <a:pt x="196769" y="456092"/>
                  </a:lnTo>
                  <a:lnTo>
                    <a:pt x="226603" y="459480"/>
                  </a:lnTo>
                  <a:lnTo>
                    <a:pt x="236249" y="459155"/>
                  </a:lnTo>
                  <a:lnTo>
                    <a:pt x="273588" y="448181"/>
                  </a:lnTo>
                  <a:lnTo>
                    <a:pt x="298919" y="427345"/>
                  </a:lnTo>
                  <a:lnTo>
                    <a:pt x="302130" y="424135"/>
                  </a:lnTo>
                  <a:lnTo>
                    <a:pt x="303736" y="420925"/>
                  </a:lnTo>
                  <a:close/>
                </a:path>
                <a:path w="459740" h="459739">
                  <a:moveTo>
                    <a:pt x="147865" y="420925"/>
                  </a:moveTo>
                  <a:lnTo>
                    <a:pt x="115710" y="420925"/>
                  </a:lnTo>
                  <a:lnTo>
                    <a:pt x="122132" y="422530"/>
                  </a:lnTo>
                  <a:lnTo>
                    <a:pt x="144632" y="422530"/>
                  </a:lnTo>
                  <a:lnTo>
                    <a:pt x="147865" y="420925"/>
                  </a:lnTo>
                  <a:close/>
                </a:path>
                <a:path w="459740" h="459739">
                  <a:moveTo>
                    <a:pt x="138209" y="43378"/>
                  </a:moveTo>
                  <a:lnTo>
                    <a:pt x="134998" y="43378"/>
                  </a:lnTo>
                  <a:lnTo>
                    <a:pt x="124449" y="43955"/>
                  </a:lnTo>
                  <a:lnTo>
                    <a:pt x="85175" y="57845"/>
                  </a:lnTo>
                  <a:lnTo>
                    <a:pt x="78749" y="61055"/>
                  </a:lnTo>
                  <a:lnTo>
                    <a:pt x="47560" y="96045"/>
                  </a:lnTo>
                  <a:lnTo>
                    <a:pt x="35932" y="133351"/>
                  </a:lnTo>
                  <a:lnTo>
                    <a:pt x="35355" y="142997"/>
                  </a:lnTo>
                  <a:lnTo>
                    <a:pt x="35355" y="151022"/>
                  </a:lnTo>
                  <a:lnTo>
                    <a:pt x="36962" y="154233"/>
                  </a:lnTo>
                  <a:lnTo>
                    <a:pt x="30534" y="157443"/>
                  </a:lnTo>
                  <a:lnTo>
                    <a:pt x="28928" y="160653"/>
                  </a:lnTo>
                  <a:lnTo>
                    <a:pt x="22273" y="167236"/>
                  </a:lnTo>
                  <a:lnTo>
                    <a:pt x="16672" y="174718"/>
                  </a:lnTo>
                  <a:lnTo>
                    <a:pt x="1606" y="210462"/>
                  </a:lnTo>
                  <a:lnTo>
                    <a:pt x="0" y="229733"/>
                  </a:lnTo>
                  <a:lnTo>
                    <a:pt x="351" y="240282"/>
                  </a:lnTo>
                  <a:lnTo>
                    <a:pt x="1606" y="250227"/>
                  </a:lnTo>
                  <a:lnTo>
                    <a:pt x="4066" y="259566"/>
                  </a:lnTo>
                  <a:lnTo>
                    <a:pt x="8034" y="268297"/>
                  </a:lnTo>
                  <a:lnTo>
                    <a:pt x="11976" y="277614"/>
                  </a:lnTo>
                  <a:lnTo>
                    <a:pt x="16672" y="286174"/>
                  </a:lnTo>
                  <a:lnTo>
                    <a:pt x="22273" y="293832"/>
                  </a:lnTo>
                  <a:lnTo>
                    <a:pt x="33749" y="305255"/>
                  </a:lnTo>
                  <a:lnTo>
                    <a:pt x="36963" y="306860"/>
                  </a:lnTo>
                  <a:lnTo>
                    <a:pt x="36893" y="313489"/>
                  </a:lnTo>
                  <a:lnTo>
                    <a:pt x="35355" y="318096"/>
                  </a:lnTo>
                  <a:lnTo>
                    <a:pt x="35461" y="324860"/>
                  </a:lnTo>
                  <a:lnTo>
                    <a:pt x="35933" y="333469"/>
                  </a:lnTo>
                  <a:lnTo>
                    <a:pt x="37565" y="343407"/>
                  </a:lnTo>
                  <a:lnTo>
                    <a:pt x="40102" y="352744"/>
                  </a:lnTo>
                  <a:lnTo>
                    <a:pt x="43329" y="361308"/>
                  </a:lnTo>
                  <a:lnTo>
                    <a:pt x="43391" y="361474"/>
                  </a:lnTo>
                  <a:lnTo>
                    <a:pt x="49820" y="374336"/>
                  </a:lnTo>
                  <a:lnTo>
                    <a:pt x="59462" y="388781"/>
                  </a:lnTo>
                  <a:lnTo>
                    <a:pt x="69105" y="398433"/>
                  </a:lnTo>
                  <a:lnTo>
                    <a:pt x="73926" y="401643"/>
                  </a:lnTo>
                  <a:lnTo>
                    <a:pt x="78749" y="406458"/>
                  </a:lnTo>
                  <a:lnTo>
                    <a:pt x="85176" y="409668"/>
                  </a:lnTo>
                  <a:lnTo>
                    <a:pt x="89999" y="412900"/>
                  </a:lnTo>
                  <a:lnTo>
                    <a:pt x="96426" y="414505"/>
                  </a:lnTo>
                  <a:lnTo>
                    <a:pt x="102865" y="417715"/>
                  </a:lnTo>
                  <a:lnTo>
                    <a:pt x="107682" y="419320"/>
                  </a:lnTo>
                  <a:lnTo>
                    <a:pt x="114104" y="420925"/>
                  </a:lnTo>
                  <a:lnTo>
                    <a:pt x="303736" y="420925"/>
                  </a:lnTo>
                  <a:lnTo>
                    <a:pt x="308574" y="422530"/>
                  </a:lnTo>
                  <a:lnTo>
                    <a:pt x="331074" y="422530"/>
                  </a:lnTo>
                  <a:lnTo>
                    <a:pt x="350341" y="417715"/>
                  </a:lnTo>
                  <a:lnTo>
                    <a:pt x="356785" y="414505"/>
                  </a:lnTo>
                  <a:lnTo>
                    <a:pt x="361602" y="412900"/>
                  </a:lnTo>
                  <a:lnTo>
                    <a:pt x="368024" y="409668"/>
                  </a:lnTo>
                  <a:lnTo>
                    <a:pt x="372841" y="406458"/>
                  </a:lnTo>
                  <a:lnTo>
                    <a:pt x="377679" y="401643"/>
                  </a:lnTo>
                  <a:lnTo>
                    <a:pt x="384102" y="398433"/>
                  </a:lnTo>
                  <a:lnTo>
                    <a:pt x="387313" y="393618"/>
                  </a:lnTo>
                  <a:lnTo>
                    <a:pt x="393998" y="386332"/>
                  </a:lnTo>
                  <a:lnTo>
                    <a:pt x="399469" y="379151"/>
                  </a:lnTo>
                  <a:lnTo>
                    <a:pt x="226603" y="379151"/>
                  </a:lnTo>
                  <a:lnTo>
                    <a:pt x="211234" y="378524"/>
                  </a:lnTo>
                  <a:lnTo>
                    <a:pt x="168737" y="367916"/>
                  </a:lnTo>
                  <a:lnTo>
                    <a:pt x="131455" y="345089"/>
                  </a:lnTo>
                  <a:lnTo>
                    <a:pt x="102655" y="313489"/>
                  </a:lnTo>
                  <a:lnTo>
                    <a:pt x="83243" y="274020"/>
                  </a:lnTo>
                  <a:lnTo>
                    <a:pt x="77141" y="229733"/>
                  </a:lnTo>
                  <a:lnTo>
                    <a:pt x="77769" y="214381"/>
                  </a:lnTo>
                  <a:lnTo>
                    <a:pt x="88391" y="171909"/>
                  </a:lnTo>
                  <a:lnTo>
                    <a:pt x="111216" y="135531"/>
                  </a:lnTo>
                  <a:lnTo>
                    <a:pt x="142833" y="106841"/>
                  </a:lnTo>
                  <a:lnTo>
                    <a:pt x="182300" y="87785"/>
                  </a:lnTo>
                  <a:lnTo>
                    <a:pt x="226603" y="80337"/>
                  </a:lnTo>
                  <a:lnTo>
                    <a:pt x="393845" y="80337"/>
                  </a:lnTo>
                  <a:lnTo>
                    <a:pt x="387312" y="73917"/>
                  </a:lnTo>
                  <a:lnTo>
                    <a:pt x="347138" y="48127"/>
                  </a:lnTo>
                  <a:lnTo>
                    <a:pt x="333925" y="44983"/>
                  </a:lnTo>
                  <a:lnTo>
                    <a:pt x="141420" y="44983"/>
                  </a:lnTo>
                  <a:lnTo>
                    <a:pt x="138209" y="43378"/>
                  </a:lnTo>
                  <a:close/>
                </a:path>
                <a:path w="459740" h="459739">
                  <a:moveTo>
                    <a:pt x="393845" y="80337"/>
                  </a:moveTo>
                  <a:lnTo>
                    <a:pt x="226603" y="80337"/>
                  </a:lnTo>
                  <a:lnTo>
                    <a:pt x="241972" y="81215"/>
                  </a:lnTo>
                  <a:lnTo>
                    <a:pt x="256740" y="83747"/>
                  </a:lnTo>
                  <a:lnTo>
                    <a:pt x="297392" y="99560"/>
                  </a:lnTo>
                  <a:lnTo>
                    <a:pt x="331074" y="125321"/>
                  </a:lnTo>
                  <a:lnTo>
                    <a:pt x="356832" y="158978"/>
                  </a:lnTo>
                  <a:lnTo>
                    <a:pt x="372651" y="199626"/>
                  </a:lnTo>
                  <a:lnTo>
                    <a:pt x="376073" y="229733"/>
                  </a:lnTo>
                  <a:lnTo>
                    <a:pt x="375192" y="245097"/>
                  </a:lnTo>
                  <a:lnTo>
                    <a:pt x="363207" y="287579"/>
                  </a:lnTo>
                  <a:lnTo>
                    <a:pt x="341062" y="324860"/>
                  </a:lnTo>
                  <a:lnTo>
                    <a:pt x="309570" y="353650"/>
                  </a:lnTo>
                  <a:lnTo>
                    <a:pt x="270906" y="373057"/>
                  </a:lnTo>
                  <a:lnTo>
                    <a:pt x="226603" y="379151"/>
                  </a:lnTo>
                  <a:lnTo>
                    <a:pt x="399469" y="379151"/>
                  </a:lnTo>
                  <a:lnTo>
                    <a:pt x="415633" y="343407"/>
                  </a:lnTo>
                  <a:lnTo>
                    <a:pt x="417840" y="319701"/>
                  </a:lnTo>
                  <a:lnTo>
                    <a:pt x="416235" y="316491"/>
                  </a:lnTo>
                  <a:lnTo>
                    <a:pt x="416235" y="311676"/>
                  </a:lnTo>
                  <a:lnTo>
                    <a:pt x="425890" y="305255"/>
                  </a:lnTo>
                  <a:lnTo>
                    <a:pt x="430707" y="300440"/>
                  </a:lnTo>
                  <a:lnTo>
                    <a:pt x="433918" y="295604"/>
                  </a:lnTo>
                  <a:lnTo>
                    <a:pt x="438735" y="290789"/>
                  </a:lnTo>
                  <a:lnTo>
                    <a:pt x="457421" y="250227"/>
                  </a:lnTo>
                  <a:lnTo>
                    <a:pt x="459629" y="229733"/>
                  </a:lnTo>
                  <a:lnTo>
                    <a:pt x="459052" y="220100"/>
                  </a:lnTo>
                  <a:lnTo>
                    <a:pt x="447433" y="182802"/>
                  </a:lnTo>
                  <a:lnTo>
                    <a:pt x="416235" y="149417"/>
                  </a:lnTo>
                  <a:lnTo>
                    <a:pt x="416235" y="147812"/>
                  </a:lnTo>
                  <a:lnTo>
                    <a:pt x="417840" y="144602"/>
                  </a:lnTo>
                  <a:lnTo>
                    <a:pt x="417840" y="142997"/>
                  </a:lnTo>
                  <a:lnTo>
                    <a:pt x="417263" y="133351"/>
                  </a:lnTo>
                  <a:lnTo>
                    <a:pt x="404945" y="96045"/>
                  </a:lnTo>
                  <a:lnTo>
                    <a:pt x="393998" y="80488"/>
                  </a:lnTo>
                  <a:lnTo>
                    <a:pt x="393845" y="80337"/>
                  </a:lnTo>
                  <a:close/>
                </a:path>
                <a:path w="459740" h="459739">
                  <a:moveTo>
                    <a:pt x="226603" y="0"/>
                  </a:moveTo>
                  <a:lnTo>
                    <a:pt x="188026" y="8046"/>
                  </a:lnTo>
                  <a:lnTo>
                    <a:pt x="160709" y="25701"/>
                  </a:lnTo>
                  <a:lnTo>
                    <a:pt x="155892" y="28933"/>
                  </a:lnTo>
                  <a:lnTo>
                    <a:pt x="151075" y="33748"/>
                  </a:lnTo>
                  <a:lnTo>
                    <a:pt x="147864" y="38563"/>
                  </a:lnTo>
                  <a:lnTo>
                    <a:pt x="143026" y="44983"/>
                  </a:lnTo>
                  <a:lnTo>
                    <a:pt x="308574" y="44983"/>
                  </a:lnTo>
                  <a:lnTo>
                    <a:pt x="305341" y="38563"/>
                  </a:lnTo>
                  <a:lnTo>
                    <a:pt x="300524" y="33748"/>
                  </a:lnTo>
                  <a:lnTo>
                    <a:pt x="297313" y="28933"/>
                  </a:lnTo>
                  <a:lnTo>
                    <a:pt x="265180" y="8046"/>
                  </a:lnTo>
                  <a:lnTo>
                    <a:pt x="236249" y="577"/>
                  </a:lnTo>
                  <a:lnTo>
                    <a:pt x="226603" y="0"/>
                  </a:lnTo>
                  <a:close/>
                </a:path>
                <a:path w="459740" h="459739">
                  <a:moveTo>
                    <a:pt x="318207" y="43378"/>
                  </a:moveTo>
                  <a:lnTo>
                    <a:pt x="314996" y="43378"/>
                  </a:lnTo>
                  <a:lnTo>
                    <a:pt x="311785" y="44983"/>
                  </a:lnTo>
                  <a:lnTo>
                    <a:pt x="333925" y="44983"/>
                  </a:lnTo>
                  <a:lnTo>
                    <a:pt x="327854" y="43955"/>
                  </a:lnTo>
                  <a:lnTo>
                    <a:pt x="318207" y="43378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/>
          <p:nvPr/>
        </p:nvSpPr>
        <p:spPr>
          <a:xfrm>
            <a:off x="8051784" y="5042086"/>
            <a:ext cx="373380" cy="111125"/>
          </a:xfrm>
          <a:custGeom>
            <a:avLst/>
            <a:gdLst/>
            <a:ahLst/>
            <a:cxnLst/>
            <a:rect l="l" t="t" r="r" b="b"/>
            <a:pathLst>
              <a:path w="373379" h="111125">
                <a:moveTo>
                  <a:pt x="373002" y="0"/>
                </a:moveTo>
                <a:lnTo>
                  <a:pt x="0" y="0"/>
                </a:lnTo>
                <a:lnTo>
                  <a:pt x="0" y="110546"/>
                </a:lnTo>
                <a:lnTo>
                  <a:pt x="373002" y="110547"/>
                </a:lnTo>
                <a:lnTo>
                  <a:pt x="373002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051784" y="5238412"/>
            <a:ext cx="373380" cy="111125"/>
          </a:xfrm>
          <a:custGeom>
            <a:avLst/>
            <a:gdLst/>
            <a:ahLst/>
            <a:cxnLst/>
            <a:rect l="l" t="t" r="r" b="b"/>
            <a:pathLst>
              <a:path w="373379" h="111125">
                <a:moveTo>
                  <a:pt x="373002" y="0"/>
                </a:moveTo>
                <a:lnTo>
                  <a:pt x="0" y="0"/>
                </a:lnTo>
                <a:lnTo>
                  <a:pt x="0" y="110546"/>
                </a:lnTo>
                <a:lnTo>
                  <a:pt x="373002" y="110547"/>
                </a:lnTo>
                <a:lnTo>
                  <a:pt x="373002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051784" y="5434752"/>
            <a:ext cx="373380" cy="111125"/>
          </a:xfrm>
          <a:custGeom>
            <a:avLst/>
            <a:gdLst/>
            <a:ahLst/>
            <a:cxnLst/>
            <a:rect l="l" t="t" r="r" b="b"/>
            <a:pathLst>
              <a:path w="373379" h="111125">
                <a:moveTo>
                  <a:pt x="373002" y="0"/>
                </a:moveTo>
                <a:lnTo>
                  <a:pt x="0" y="0"/>
                </a:lnTo>
                <a:lnTo>
                  <a:pt x="0" y="110540"/>
                </a:lnTo>
                <a:lnTo>
                  <a:pt x="373002" y="110540"/>
                </a:lnTo>
                <a:lnTo>
                  <a:pt x="373002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5" name="object 6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479244" y="5203775"/>
            <a:ext cx="181554" cy="145183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479244" y="5400100"/>
            <a:ext cx="181554" cy="145192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479244" y="5009076"/>
            <a:ext cx="181554" cy="143557"/>
          </a:xfrm>
          <a:prstGeom prst="rect">
            <a:avLst/>
          </a:prstGeom>
        </p:spPr>
      </p:pic>
      <p:grpSp>
        <p:nvGrpSpPr>
          <p:cNvPr id="68" name="object 68"/>
          <p:cNvGrpSpPr/>
          <p:nvPr/>
        </p:nvGrpSpPr>
        <p:grpSpPr>
          <a:xfrm>
            <a:off x="3506987" y="4939238"/>
            <a:ext cx="753110" cy="619125"/>
            <a:chOff x="3506987" y="4939238"/>
            <a:chExt cx="753110" cy="619125"/>
          </a:xfrm>
        </p:grpSpPr>
        <p:sp>
          <p:nvSpPr>
            <p:cNvPr id="69" name="object 69"/>
            <p:cNvSpPr/>
            <p:nvPr/>
          </p:nvSpPr>
          <p:spPr>
            <a:xfrm>
              <a:off x="3506987" y="4939238"/>
              <a:ext cx="668655" cy="476250"/>
            </a:xfrm>
            <a:custGeom>
              <a:avLst/>
              <a:gdLst/>
              <a:ahLst/>
              <a:cxnLst/>
              <a:rect l="l" t="t" r="r" b="b"/>
              <a:pathLst>
                <a:path w="668654" h="476250">
                  <a:moveTo>
                    <a:pt x="191283" y="190813"/>
                  </a:moveTo>
                  <a:lnTo>
                    <a:pt x="0" y="190813"/>
                  </a:lnTo>
                  <a:lnTo>
                    <a:pt x="0" y="476167"/>
                  </a:lnTo>
                  <a:lnTo>
                    <a:pt x="191283" y="476167"/>
                  </a:lnTo>
                  <a:lnTo>
                    <a:pt x="191283" y="428024"/>
                  </a:lnTo>
                  <a:lnTo>
                    <a:pt x="48267" y="428024"/>
                  </a:lnTo>
                  <a:lnTo>
                    <a:pt x="48267" y="237186"/>
                  </a:lnTo>
                  <a:lnTo>
                    <a:pt x="191283" y="237186"/>
                  </a:lnTo>
                  <a:lnTo>
                    <a:pt x="191283" y="190813"/>
                  </a:lnTo>
                  <a:close/>
                </a:path>
                <a:path w="668654" h="476250">
                  <a:moveTo>
                    <a:pt x="382558" y="379869"/>
                  </a:moveTo>
                  <a:lnTo>
                    <a:pt x="334288" y="379869"/>
                  </a:lnTo>
                  <a:lnTo>
                    <a:pt x="334288" y="428024"/>
                  </a:lnTo>
                  <a:lnTo>
                    <a:pt x="239559" y="428024"/>
                  </a:lnTo>
                  <a:lnTo>
                    <a:pt x="239559" y="476167"/>
                  </a:lnTo>
                  <a:lnTo>
                    <a:pt x="382558" y="476167"/>
                  </a:lnTo>
                  <a:lnTo>
                    <a:pt x="382558" y="379869"/>
                  </a:lnTo>
                  <a:close/>
                </a:path>
                <a:path w="668654" h="476250">
                  <a:moveTo>
                    <a:pt x="191283" y="237186"/>
                  </a:moveTo>
                  <a:lnTo>
                    <a:pt x="143016" y="237186"/>
                  </a:lnTo>
                  <a:lnTo>
                    <a:pt x="143016" y="428024"/>
                  </a:lnTo>
                  <a:lnTo>
                    <a:pt x="191283" y="428024"/>
                  </a:lnTo>
                  <a:lnTo>
                    <a:pt x="191283" y="379869"/>
                  </a:lnTo>
                  <a:lnTo>
                    <a:pt x="525580" y="379869"/>
                  </a:lnTo>
                  <a:lnTo>
                    <a:pt x="539892" y="331714"/>
                  </a:lnTo>
                  <a:lnTo>
                    <a:pt x="191283" y="331714"/>
                  </a:lnTo>
                  <a:lnTo>
                    <a:pt x="191283" y="237186"/>
                  </a:lnTo>
                  <a:close/>
                </a:path>
                <a:path w="668654" h="476250">
                  <a:moveTo>
                    <a:pt x="668603" y="48131"/>
                  </a:moveTo>
                  <a:lnTo>
                    <a:pt x="620333" y="48131"/>
                  </a:lnTo>
                  <a:lnTo>
                    <a:pt x="620333" y="226496"/>
                  </a:lnTo>
                  <a:lnTo>
                    <a:pt x="666817" y="379869"/>
                  </a:lnTo>
                  <a:lnTo>
                    <a:pt x="668603" y="379869"/>
                  </a:lnTo>
                  <a:lnTo>
                    <a:pt x="668603" y="48131"/>
                  </a:lnTo>
                  <a:close/>
                </a:path>
                <a:path w="668654" h="476250">
                  <a:moveTo>
                    <a:pt x="668603" y="0"/>
                  </a:moveTo>
                  <a:lnTo>
                    <a:pt x="48267" y="0"/>
                  </a:lnTo>
                  <a:lnTo>
                    <a:pt x="48267" y="190813"/>
                  </a:lnTo>
                  <a:lnTo>
                    <a:pt x="96534" y="190813"/>
                  </a:lnTo>
                  <a:lnTo>
                    <a:pt x="96534" y="48131"/>
                  </a:lnTo>
                  <a:lnTo>
                    <a:pt x="668603" y="48131"/>
                  </a:lnTo>
                  <a:lnTo>
                    <a:pt x="668603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943173" y="5251330"/>
              <a:ext cx="316865" cy="307340"/>
            </a:xfrm>
            <a:custGeom>
              <a:avLst/>
              <a:gdLst/>
              <a:ahLst/>
              <a:cxnLst/>
              <a:rect l="l" t="t" r="r" b="b"/>
              <a:pathLst>
                <a:path w="316864" h="307339">
                  <a:moveTo>
                    <a:pt x="160906" y="0"/>
                  </a:moveTo>
                  <a:lnTo>
                    <a:pt x="125138" y="115932"/>
                  </a:lnTo>
                  <a:lnTo>
                    <a:pt x="0" y="115932"/>
                  </a:lnTo>
                  <a:lnTo>
                    <a:pt x="98324" y="189043"/>
                  </a:lnTo>
                  <a:lnTo>
                    <a:pt x="60795" y="306751"/>
                  </a:lnTo>
                  <a:lnTo>
                    <a:pt x="160906" y="233630"/>
                  </a:lnTo>
                  <a:lnTo>
                    <a:pt x="259231" y="304969"/>
                  </a:lnTo>
                  <a:lnTo>
                    <a:pt x="221677" y="189043"/>
                  </a:lnTo>
                  <a:lnTo>
                    <a:pt x="316406" y="118606"/>
                  </a:lnTo>
                  <a:lnTo>
                    <a:pt x="316406" y="115932"/>
                  </a:lnTo>
                  <a:lnTo>
                    <a:pt x="196649" y="115932"/>
                  </a:lnTo>
                  <a:lnTo>
                    <a:pt x="160906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341620" y="3017266"/>
            <a:ext cx="3657980" cy="132308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038855" y="2938272"/>
            <a:ext cx="6264275" cy="1905"/>
          </a:xfrm>
          <a:custGeom>
            <a:avLst/>
            <a:gdLst/>
            <a:ahLst/>
            <a:cxnLst/>
            <a:rect l="l" t="t" r="r" b="b"/>
            <a:pathLst>
              <a:path w="6264275" h="1905">
                <a:moveTo>
                  <a:pt x="0" y="0"/>
                </a:moveTo>
                <a:lnTo>
                  <a:pt x="6264275" y="1650"/>
                </a:lnTo>
              </a:path>
            </a:pathLst>
          </a:custGeom>
          <a:ln w="9144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38855" y="4524755"/>
            <a:ext cx="6264275" cy="3175"/>
          </a:xfrm>
          <a:custGeom>
            <a:avLst/>
            <a:gdLst/>
            <a:ahLst/>
            <a:cxnLst/>
            <a:rect l="l" t="t" r="r" b="b"/>
            <a:pathLst>
              <a:path w="6264275" h="3175">
                <a:moveTo>
                  <a:pt x="0" y="0"/>
                </a:moveTo>
                <a:lnTo>
                  <a:pt x="6264275" y="3175"/>
                </a:lnTo>
              </a:path>
            </a:pathLst>
          </a:custGeom>
          <a:ln w="9144">
            <a:solidFill>
              <a:srgbClr val="EBBD8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38855" y="3046476"/>
            <a:ext cx="1153795" cy="1391920"/>
          </a:xfrm>
          <a:custGeom>
            <a:avLst/>
            <a:gdLst/>
            <a:ahLst/>
            <a:cxnLst/>
            <a:rect l="l" t="t" r="r" b="b"/>
            <a:pathLst>
              <a:path w="1153795" h="1391920">
                <a:moveTo>
                  <a:pt x="2412" y="240029"/>
                </a:moveTo>
                <a:lnTo>
                  <a:pt x="0" y="240029"/>
                </a:lnTo>
                <a:lnTo>
                  <a:pt x="0" y="1391412"/>
                </a:lnTo>
                <a:lnTo>
                  <a:pt x="1150239" y="1391412"/>
                </a:lnTo>
                <a:lnTo>
                  <a:pt x="1150239" y="371983"/>
                </a:lnTo>
                <a:lnTo>
                  <a:pt x="2412" y="371983"/>
                </a:lnTo>
                <a:lnTo>
                  <a:pt x="2412" y="240029"/>
                </a:lnTo>
                <a:close/>
              </a:path>
              <a:path w="1153795" h="1391920">
                <a:moveTo>
                  <a:pt x="278638" y="240029"/>
                </a:moveTo>
                <a:lnTo>
                  <a:pt x="124841" y="240029"/>
                </a:lnTo>
                <a:lnTo>
                  <a:pt x="124841" y="371983"/>
                </a:lnTo>
                <a:lnTo>
                  <a:pt x="256413" y="371983"/>
                </a:lnTo>
                <a:lnTo>
                  <a:pt x="278638" y="240029"/>
                </a:lnTo>
                <a:close/>
              </a:path>
              <a:path w="1153795" h="1391920">
                <a:moveTo>
                  <a:pt x="434085" y="305181"/>
                </a:moveTo>
                <a:lnTo>
                  <a:pt x="390397" y="305181"/>
                </a:lnTo>
                <a:lnTo>
                  <a:pt x="388512" y="321851"/>
                </a:lnTo>
                <a:lnTo>
                  <a:pt x="382905" y="371983"/>
                </a:lnTo>
                <a:lnTo>
                  <a:pt x="440690" y="371983"/>
                </a:lnTo>
                <a:lnTo>
                  <a:pt x="438997" y="355240"/>
                </a:lnTo>
                <a:lnTo>
                  <a:pt x="437340" y="338534"/>
                </a:lnTo>
                <a:lnTo>
                  <a:pt x="434085" y="305181"/>
                </a:lnTo>
                <a:close/>
              </a:path>
              <a:path w="1153795" h="1391920">
                <a:moveTo>
                  <a:pt x="585851" y="240029"/>
                </a:moveTo>
                <a:lnTo>
                  <a:pt x="540893" y="240029"/>
                </a:lnTo>
                <a:lnTo>
                  <a:pt x="565657" y="371983"/>
                </a:lnTo>
                <a:lnTo>
                  <a:pt x="585851" y="371983"/>
                </a:lnTo>
                <a:lnTo>
                  <a:pt x="585851" y="240029"/>
                </a:lnTo>
                <a:close/>
              </a:path>
              <a:path w="1153795" h="1391920">
                <a:moveTo>
                  <a:pt x="744855" y="240029"/>
                </a:moveTo>
                <a:lnTo>
                  <a:pt x="708152" y="240029"/>
                </a:lnTo>
                <a:lnTo>
                  <a:pt x="708152" y="371983"/>
                </a:lnTo>
                <a:lnTo>
                  <a:pt x="745363" y="371983"/>
                </a:lnTo>
                <a:lnTo>
                  <a:pt x="745363" y="248412"/>
                </a:lnTo>
                <a:lnTo>
                  <a:pt x="744855" y="240029"/>
                </a:lnTo>
                <a:close/>
              </a:path>
              <a:path w="1153795" h="1391920">
                <a:moveTo>
                  <a:pt x="958722" y="240029"/>
                </a:moveTo>
                <a:lnTo>
                  <a:pt x="858266" y="240029"/>
                </a:lnTo>
                <a:lnTo>
                  <a:pt x="859028" y="273938"/>
                </a:lnTo>
                <a:lnTo>
                  <a:pt x="859028" y="371983"/>
                </a:lnTo>
                <a:lnTo>
                  <a:pt x="958722" y="371983"/>
                </a:lnTo>
                <a:lnTo>
                  <a:pt x="958722" y="240029"/>
                </a:lnTo>
                <a:close/>
              </a:path>
              <a:path w="1153795" h="1391920">
                <a:moveTo>
                  <a:pt x="1150239" y="240029"/>
                </a:moveTo>
                <a:lnTo>
                  <a:pt x="1081023" y="240029"/>
                </a:lnTo>
                <a:lnTo>
                  <a:pt x="1081023" y="371983"/>
                </a:lnTo>
                <a:lnTo>
                  <a:pt x="1150239" y="371983"/>
                </a:lnTo>
                <a:lnTo>
                  <a:pt x="1150239" y="240029"/>
                </a:lnTo>
                <a:close/>
              </a:path>
              <a:path w="1153795" h="1391920">
                <a:moveTo>
                  <a:pt x="125730" y="0"/>
                </a:moveTo>
                <a:lnTo>
                  <a:pt x="2412" y="0"/>
                </a:lnTo>
                <a:lnTo>
                  <a:pt x="2412" y="240029"/>
                </a:lnTo>
                <a:lnTo>
                  <a:pt x="124841" y="240029"/>
                </a:lnTo>
                <a:lnTo>
                  <a:pt x="124841" y="222250"/>
                </a:lnTo>
                <a:lnTo>
                  <a:pt x="157606" y="222250"/>
                </a:lnTo>
                <a:lnTo>
                  <a:pt x="209220" y="217320"/>
                </a:lnTo>
                <a:lnTo>
                  <a:pt x="251098" y="196109"/>
                </a:lnTo>
                <a:lnTo>
                  <a:pt x="264784" y="158623"/>
                </a:lnTo>
                <a:lnTo>
                  <a:pt x="129984" y="158623"/>
                </a:lnTo>
                <a:lnTo>
                  <a:pt x="124841" y="158241"/>
                </a:lnTo>
                <a:lnTo>
                  <a:pt x="124841" y="63626"/>
                </a:lnTo>
                <a:lnTo>
                  <a:pt x="263546" y="63626"/>
                </a:lnTo>
                <a:lnTo>
                  <a:pt x="263332" y="61956"/>
                </a:lnTo>
                <a:lnTo>
                  <a:pt x="261239" y="52450"/>
                </a:lnTo>
                <a:lnTo>
                  <a:pt x="258406" y="44735"/>
                </a:lnTo>
                <a:lnTo>
                  <a:pt x="258310" y="44471"/>
                </a:lnTo>
                <a:lnTo>
                  <a:pt x="226091" y="13795"/>
                </a:lnTo>
                <a:lnTo>
                  <a:pt x="187630" y="3536"/>
                </a:lnTo>
                <a:lnTo>
                  <a:pt x="149236" y="400"/>
                </a:lnTo>
                <a:lnTo>
                  <a:pt x="125730" y="0"/>
                </a:lnTo>
                <a:close/>
              </a:path>
              <a:path w="1153795" h="1391920">
                <a:moveTo>
                  <a:pt x="495681" y="0"/>
                </a:moveTo>
                <a:lnTo>
                  <a:pt x="318896" y="0"/>
                </a:lnTo>
                <a:lnTo>
                  <a:pt x="278638" y="240029"/>
                </a:lnTo>
                <a:lnTo>
                  <a:pt x="540893" y="240029"/>
                </a:lnTo>
                <a:lnTo>
                  <a:pt x="540725" y="239140"/>
                </a:lnTo>
                <a:lnTo>
                  <a:pt x="388746" y="239140"/>
                </a:lnTo>
                <a:lnTo>
                  <a:pt x="391955" y="211327"/>
                </a:lnTo>
                <a:lnTo>
                  <a:pt x="396983" y="175662"/>
                </a:lnTo>
                <a:lnTo>
                  <a:pt x="403766" y="132770"/>
                </a:lnTo>
                <a:lnTo>
                  <a:pt x="412242" y="82931"/>
                </a:lnTo>
                <a:lnTo>
                  <a:pt x="511301" y="82931"/>
                </a:lnTo>
                <a:lnTo>
                  <a:pt x="495756" y="400"/>
                </a:lnTo>
                <a:lnTo>
                  <a:pt x="495681" y="0"/>
                </a:lnTo>
                <a:close/>
              </a:path>
              <a:path w="1153795" h="1391920">
                <a:moveTo>
                  <a:pt x="672465" y="0"/>
                </a:moveTo>
                <a:lnTo>
                  <a:pt x="585851" y="0"/>
                </a:lnTo>
                <a:lnTo>
                  <a:pt x="585851" y="240029"/>
                </a:lnTo>
                <a:lnTo>
                  <a:pt x="708152" y="240029"/>
                </a:lnTo>
                <a:lnTo>
                  <a:pt x="708152" y="204215"/>
                </a:lnTo>
                <a:lnTo>
                  <a:pt x="847180" y="204215"/>
                </a:lnTo>
                <a:lnTo>
                  <a:pt x="808214" y="181742"/>
                </a:lnTo>
                <a:lnTo>
                  <a:pt x="791591" y="177926"/>
                </a:lnTo>
                <a:lnTo>
                  <a:pt x="809970" y="175662"/>
                </a:lnTo>
                <a:lnTo>
                  <a:pt x="845439" y="159893"/>
                </a:lnTo>
                <a:lnTo>
                  <a:pt x="852768" y="146431"/>
                </a:lnTo>
                <a:lnTo>
                  <a:pt x="708152" y="146431"/>
                </a:lnTo>
                <a:lnTo>
                  <a:pt x="708152" y="63626"/>
                </a:lnTo>
                <a:lnTo>
                  <a:pt x="854794" y="63626"/>
                </a:lnTo>
                <a:lnTo>
                  <a:pt x="854186" y="60452"/>
                </a:lnTo>
                <a:lnTo>
                  <a:pt x="829315" y="22479"/>
                </a:lnTo>
                <a:lnTo>
                  <a:pt x="789685" y="5334"/>
                </a:lnTo>
                <a:lnTo>
                  <a:pt x="745029" y="1333"/>
                </a:lnTo>
                <a:lnTo>
                  <a:pt x="714442" y="400"/>
                </a:lnTo>
                <a:lnTo>
                  <a:pt x="720277" y="400"/>
                </a:lnTo>
                <a:lnTo>
                  <a:pt x="672465" y="0"/>
                </a:lnTo>
                <a:close/>
              </a:path>
              <a:path w="1153795" h="1391920">
                <a:moveTo>
                  <a:pt x="847180" y="204215"/>
                </a:moveTo>
                <a:lnTo>
                  <a:pt x="708152" y="204215"/>
                </a:lnTo>
                <a:lnTo>
                  <a:pt x="719605" y="204666"/>
                </a:lnTo>
                <a:lnTo>
                  <a:pt x="728630" y="206009"/>
                </a:lnTo>
                <a:lnTo>
                  <a:pt x="744798" y="239140"/>
                </a:lnTo>
                <a:lnTo>
                  <a:pt x="744855" y="240029"/>
                </a:lnTo>
                <a:lnTo>
                  <a:pt x="858266" y="240029"/>
                </a:lnTo>
                <a:lnTo>
                  <a:pt x="858266" y="237616"/>
                </a:lnTo>
                <a:lnTo>
                  <a:pt x="850519" y="208422"/>
                </a:lnTo>
                <a:lnTo>
                  <a:pt x="847180" y="204215"/>
                </a:lnTo>
                <a:close/>
              </a:path>
              <a:path w="1153795" h="1391920">
                <a:moveTo>
                  <a:pt x="1081023" y="74422"/>
                </a:moveTo>
                <a:lnTo>
                  <a:pt x="958722" y="74422"/>
                </a:lnTo>
                <a:lnTo>
                  <a:pt x="958722" y="240029"/>
                </a:lnTo>
                <a:lnTo>
                  <a:pt x="1081023" y="240029"/>
                </a:lnTo>
                <a:lnTo>
                  <a:pt x="1081023" y="74422"/>
                </a:lnTo>
                <a:close/>
              </a:path>
              <a:path w="1153795" h="1391920">
                <a:moveTo>
                  <a:pt x="511301" y="82931"/>
                </a:moveTo>
                <a:lnTo>
                  <a:pt x="412242" y="82931"/>
                </a:lnTo>
                <a:lnTo>
                  <a:pt x="416907" y="127573"/>
                </a:lnTo>
                <a:lnTo>
                  <a:pt x="421560" y="168513"/>
                </a:lnTo>
                <a:lnTo>
                  <a:pt x="426190" y="205714"/>
                </a:lnTo>
                <a:lnTo>
                  <a:pt x="430783" y="239140"/>
                </a:lnTo>
                <a:lnTo>
                  <a:pt x="540725" y="239140"/>
                </a:lnTo>
                <a:lnTo>
                  <a:pt x="511301" y="82931"/>
                </a:lnTo>
                <a:close/>
              </a:path>
              <a:path w="1153795" h="1391920">
                <a:moveTo>
                  <a:pt x="263546" y="63626"/>
                </a:moveTo>
                <a:lnTo>
                  <a:pt x="124841" y="63626"/>
                </a:lnTo>
                <a:lnTo>
                  <a:pt x="135725" y="63984"/>
                </a:lnTo>
                <a:lnTo>
                  <a:pt x="144573" y="65055"/>
                </a:lnTo>
                <a:lnTo>
                  <a:pt x="163702" y="94234"/>
                </a:lnTo>
                <a:lnTo>
                  <a:pt x="163581" y="127573"/>
                </a:lnTo>
                <a:lnTo>
                  <a:pt x="145033" y="158623"/>
                </a:lnTo>
                <a:lnTo>
                  <a:pt x="264784" y="158623"/>
                </a:lnTo>
                <a:lnTo>
                  <a:pt x="265471" y="153124"/>
                </a:lnTo>
                <a:lnTo>
                  <a:pt x="265559" y="150659"/>
                </a:lnTo>
                <a:lnTo>
                  <a:pt x="265659" y="147877"/>
                </a:lnTo>
                <a:lnTo>
                  <a:pt x="265751" y="145288"/>
                </a:lnTo>
                <a:lnTo>
                  <a:pt x="265871" y="141938"/>
                </a:lnTo>
                <a:lnTo>
                  <a:pt x="265997" y="138404"/>
                </a:lnTo>
                <a:lnTo>
                  <a:pt x="266017" y="101600"/>
                </a:lnTo>
                <a:lnTo>
                  <a:pt x="265878" y="94234"/>
                </a:lnTo>
                <a:lnTo>
                  <a:pt x="265757" y="87776"/>
                </a:lnTo>
                <a:lnTo>
                  <a:pt x="264888" y="74422"/>
                </a:lnTo>
                <a:lnTo>
                  <a:pt x="264842" y="73723"/>
                </a:lnTo>
                <a:lnTo>
                  <a:pt x="263592" y="63984"/>
                </a:lnTo>
                <a:lnTo>
                  <a:pt x="263546" y="63626"/>
                </a:lnTo>
                <a:close/>
              </a:path>
              <a:path w="1153795" h="1391920">
                <a:moveTo>
                  <a:pt x="854794" y="63626"/>
                </a:moveTo>
                <a:lnTo>
                  <a:pt x="708152" y="63626"/>
                </a:lnTo>
                <a:lnTo>
                  <a:pt x="717928" y="63984"/>
                </a:lnTo>
                <a:lnTo>
                  <a:pt x="726102" y="65055"/>
                </a:lnTo>
                <a:lnTo>
                  <a:pt x="732636" y="66841"/>
                </a:lnTo>
                <a:lnTo>
                  <a:pt x="737552" y="69341"/>
                </a:lnTo>
                <a:lnTo>
                  <a:pt x="742695" y="72771"/>
                </a:lnTo>
                <a:lnTo>
                  <a:pt x="745363" y="80645"/>
                </a:lnTo>
                <a:lnTo>
                  <a:pt x="745363" y="112775"/>
                </a:lnTo>
                <a:lnTo>
                  <a:pt x="744952" y="121477"/>
                </a:lnTo>
                <a:lnTo>
                  <a:pt x="744839" y="123874"/>
                </a:lnTo>
                <a:lnTo>
                  <a:pt x="708152" y="146431"/>
                </a:lnTo>
                <a:lnTo>
                  <a:pt x="852768" y="146431"/>
                </a:lnTo>
                <a:lnTo>
                  <a:pt x="855614" y="137842"/>
                </a:lnTo>
                <a:lnTo>
                  <a:pt x="858172" y="121477"/>
                </a:lnTo>
                <a:lnTo>
                  <a:pt x="858918" y="104139"/>
                </a:lnTo>
                <a:lnTo>
                  <a:pt x="859028" y="101600"/>
                </a:lnTo>
                <a:lnTo>
                  <a:pt x="858008" y="82931"/>
                </a:lnTo>
                <a:lnTo>
                  <a:pt x="857883" y="80645"/>
                </a:lnTo>
                <a:lnTo>
                  <a:pt x="857815" y="79406"/>
                </a:lnTo>
                <a:lnTo>
                  <a:pt x="854862" y="63984"/>
                </a:lnTo>
                <a:lnTo>
                  <a:pt x="854794" y="63626"/>
                </a:lnTo>
                <a:close/>
              </a:path>
              <a:path w="1153795" h="1391920">
                <a:moveTo>
                  <a:pt x="1153668" y="0"/>
                </a:moveTo>
                <a:lnTo>
                  <a:pt x="886206" y="0"/>
                </a:lnTo>
                <a:lnTo>
                  <a:pt x="886206" y="74422"/>
                </a:lnTo>
                <a:lnTo>
                  <a:pt x="1153668" y="74422"/>
                </a:lnTo>
                <a:lnTo>
                  <a:pt x="1153668" y="0"/>
                </a:lnTo>
                <a:close/>
              </a:path>
            </a:pathLst>
          </a:custGeom>
          <a:solidFill>
            <a:srgbClr val="EBBD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83382" y="3371799"/>
            <a:ext cx="8655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25" dirty="0">
                <a:solidFill>
                  <a:srgbClr val="FFFFFF"/>
                </a:solidFill>
                <a:latin typeface="Impact" panose="020B0806030902050204"/>
                <a:cs typeface="Impact" panose="020B0806030902050204"/>
              </a:rPr>
              <a:t>01</a:t>
            </a:r>
            <a:endParaRPr sz="720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19815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1559" y="3912742"/>
            <a:ext cx="2848737" cy="58826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755515" y="2794076"/>
            <a:ext cx="5289550" cy="672465"/>
            <a:chOff x="4755515" y="2794076"/>
            <a:chExt cx="5289550" cy="67246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55515" y="2794076"/>
              <a:ext cx="5289169" cy="58856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770882" y="3425189"/>
              <a:ext cx="4782185" cy="26670"/>
            </a:xfrm>
            <a:custGeom>
              <a:avLst/>
              <a:gdLst/>
              <a:ahLst/>
              <a:cxnLst/>
              <a:rect l="l" t="t" r="r" b="b"/>
              <a:pathLst>
                <a:path w="4782184" h="26670">
                  <a:moveTo>
                    <a:pt x="0" y="0"/>
                  </a:moveTo>
                  <a:lnTo>
                    <a:pt x="4781676" y="26543"/>
                  </a:lnTo>
                </a:path>
              </a:pathLst>
            </a:custGeom>
            <a:ln w="28956">
              <a:solidFill>
                <a:srgbClr val="F99500"/>
              </a:solidFill>
              <a:prstDash val="sysDash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4770882" y="4528565"/>
            <a:ext cx="2456180" cy="635"/>
          </a:xfrm>
          <a:custGeom>
            <a:avLst/>
            <a:gdLst/>
            <a:ahLst/>
            <a:cxnLst/>
            <a:rect l="l" t="t" r="r" b="b"/>
            <a:pathLst>
              <a:path w="2456179" h="635">
                <a:moveTo>
                  <a:pt x="0" y="507"/>
                </a:moveTo>
                <a:lnTo>
                  <a:pt x="2455798" y="0"/>
                </a:lnTo>
              </a:path>
            </a:pathLst>
          </a:custGeom>
          <a:ln w="28955">
            <a:solidFill>
              <a:srgbClr val="F99500"/>
            </a:solidFill>
            <a:prstDash val="sysDashDot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47208" y="2861182"/>
            <a:ext cx="2054860" cy="1625600"/>
          </a:xfrm>
          <a:custGeom>
            <a:avLst/>
            <a:gdLst/>
            <a:ahLst/>
            <a:cxnLst/>
            <a:rect l="l" t="t" r="r" b="b"/>
            <a:pathLst>
              <a:path w="2054860" h="1625600">
                <a:moveTo>
                  <a:pt x="1417510" y="0"/>
                </a:moveTo>
                <a:lnTo>
                  <a:pt x="1344834" y="0"/>
                </a:lnTo>
                <a:lnTo>
                  <a:pt x="1300479" y="12700"/>
                </a:lnTo>
                <a:lnTo>
                  <a:pt x="1259125" y="38100"/>
                </a:lnTo>
                <a:lnTo>
                  <a:pt x="1223676" y="76200"/>
                </a:lnTo>
                <a:lnTo>
                  <a:pt x="1183955" y="101600"/>
                </a:lnTo>
                <a:lnTo>
                  <a:pt x="1144443" y="139700"/>
                </a:lnTo>
                <a:lnTo>
                  <a:pt x="1105051" y="165100"/>
                </a:lnTo>
                <a:lnTo>
                  <a:pt x="1065687" y="203200"/>
                </a:lnTo>
                <a:lnTo>
                  <a:pt x="1026260" y="228600"/>
                </a:lnTo>
                <a:lnTo>
                  <a:pt x="986680" y="266700"/>
                </a:lnTo>
                <a:lnTo>
                  <a:pt x="946855" y="292100"/>
                </a:lnTo>
                <a:lnTo>
                  <a:pt x="906695" y="330200"/>
                </a:lnTo>
                <a:lnTo>
                  <a:pt x="866108" y="355600"/>
                </a:lnTo>
                <a:lnTo>
                  <a:pt x="783291" y="406400"/>
                </a:lnTo>
                <a:lnTo>
                  <a:pt x="740879" y="444500"/>
                </a:lnTo>
                <a:lnTo>
                  <a:pt x="697676" y="469900"/>
                </a:lnTo>
                <a:lnTo>
                  <a:pt x="653593" y="482600"/>
                </a:lnTo>
                <a:lnTo>
                  <a:pt x="608538" y="508000"/>
                </a:lnTo>
                <a:lnTo>
                  <a:pt x="562419" y="533400"/>
                </a:lnTo>
                <a:lnTo>
                  <a:pt x="515147" y="546100"/>
                </a:lnTo>
                <a:lnTo>
                  <a:pt x="466629" y="571500"/>
                </a:lnTo>
                <a:lnTo>
                  <a:pt x="460533" y="571500"/>
                </a:lnTo>
                <a:lnTo>
                  <a:pt x="412829" y="584200"/>
                </a:lnTo>
                <a:lnTo>
                  <a:pt x="365106" y="584200"/>
                </a:lnTo>
                <a:lnTo>
                  <a:pt x="317347" y="596900"/>
                </a:lnTo>
                <a:lnTo>
                  <a:pt x="269533" y="596900"/>
                </a:lnTo>
                <a:lnTo>
                  <a:pt x="221646" y="609600"/>
                </a:lnTo>
                <a:lnTo>
                  <a:pt x="180341" y="609600"/>
                </a:lnTo>
                <a:lnTo>
                  <a:pt x="94827" y="635000"/>
                </a:lnTo>
                <a:lnTo>
                  <a:pt x="57308" y="647700"/>
                </a:lnTo>
                <a:lnTo>
                  <a:pt x="25073" y="673100"/>
                </a:lnTo>
                <a:lnTo>
                  <a:pt x="7026" y="723900"/>
                </a:lnTo>
                <a:lnTo>
                  <a:pt x="0" y="774700"/>
                </a:lnTo>
                <a:lnTo>
                  <a:pt x="826" y="825500"/>
                </a:lnTo>
                <a:lnTo>
                  <a:pt x="6338" y="876300"/>
                </a:lnTo>
                <a:lnTo>
                  <a:pt x="13366" y="914400"/>
                </a:lnTo>
                <a:lnTo>
                  <a:pt x="22486" y="952500"/>
                </a:lnTo>
                <a:lnTo>
                  <a:pt x="35605" y="1003300"/>
                </a:lnTo>
                <a:lnTo>
                  <a:pt x="53086" y="1054100"/>
                </a:lnTo>
                <a:lnTo>
                  <a:pt x="75286" y="1104900"/>
                </a:lnTo>
                <a:lnTo>
                  <a:pt x="102566" y="1143000"/>
                </a:lnTo>
                <a:lnTo>
                  <a:pt x="135286" y="1168400"/>
                </a:lnTo>
                <a:lnTo>
                  <a:pt x="151328" y="1181100"/>
                </a:lnTo>
                <a:lnTo>
                  <a:pt x="206406" y="1181100"/>
                </a:lnTo>
                <a:lnTo>
                  <a:pt x="220908" y="1231900"/>
                </a:lnTo>
                <a:lnTo>
                  <a:pt x="235000" y="1282700"/>
                </a:lnTo>
                <a:lnTo>
                  <a:pt x="249142" y="1333500"/>
                </a:lnTo>
                <a:lnTo>
                  <a:pt x="263791" y="1397000"/>
                </a:lnTo>
                <a:lnTo>
                  <a:pt x="279408" y="1447800"/>
                </a:lnTo>
                <a:lnTo>
                  <a:pt x="296449" y="1498600"/>
                </a:lnTo>
                <a:lnTo>
                  <a:pt x="310711" y="1536700"/>
                </a:lnTo>
                <a:lnTo>
                  <a:pt x="327271" y="1574800"/>
                </a:lnTo>
                <a:lnTo>
                  <a:pt x="349311" y="1612900"/>
                </a:lnTo>
                <a:lnTo>
                  <a:pt x="380013" y="1625600"/>
                </a:lnTo>
                <a:lnTo>
                  <a:pt x="468491" y="1625600"/>
                </a:lnTo>
                <a:lnTo>
                  <a:pt x="515096" y="1600200"/>
                </a:lnTo>
                <a:lnTo>
                  <a:pt x="557990" y="1574800"/>
                </a:lnTo>
                <a:lnTo>
                  <a:pt x="414694" y="1574800"/>
                </a:lnTo>
                <a:lnTo>
                  <a:pt x="421322" y="1562100"/>
                </a:lnTo>
                <a:lnTo>
                  <a:pt x="427521" y="1549400"/>
                </a:lnTo>
                <a:lnTo>
                  <a:pt x="364902" y="1549400"/>
                </a:lnTo>
                <a:lnTo>
                  <a:pt x="363251" y="1536700"/>
                </a:lnTo>
                <a:lnTo>
                  <a:pt x="358933" y="1536700"/>
                </a:lnTo>
                <a:lnTo>
                  <a:pt x="357282" y="1524000"/>
                </a:lnTo>
                <a:lnTo>
                  <a:pt x="362622" y="1524000"/>
                </a:lnTo>
                <a:lnTo>
                  <a:pt x="367617" y="1511300"/>
                </a:lnTo>
                <a:lnTo>
                  <a:pt x="372683" y="1511300"/>
                </a:lnTo>
                <a:lnTo>
                  <a:pt x="377856" y="1498600"/>
                </a:lnTo>
                <a:lnTo>
                  <a:pt x="382779" y="1498600"/>
                </a:lnTo>
                <a:lnTo>
                  <a:pt x="387238" y="1485900"/>
                </a:lnTo>
                <a:lnTo>
                  <a:pt x="336073" y="1485900"/>
                </a:lnTo>
                <a:lnTo>
                  <a:pt x="333523" y="1473200"/>
                </a:lnTo>
                <a:lnTo>
                  <a:pt x="331009" y="1460500"/>
                </a:lnTo>
                <a:lnTo>
                  <a:pt x="326040" y="1447800"/>
                </a:lnTo>
                <a:lnTo>
                  <a:pt x="336202" y="1435100"/>
                </a:lnTo>
                <a:lnTo>
                  <a:pt x="355812" y="1397000"/>
                </a:lnTo>
                <a:lnTo>
                  <a:pt x="366045" y="1384300"/>
                </a:lnTo>
                <a:lnTo>
                  <a:pt x="307927" y="1384300"/>
                </a:lnTo>
                <a:lnTo>
                  <a:pt x="304276" y="1371600"/>
                </a:lnTo>
                <a:lnTo>
                  <a:pt x="302926" y="1358900"/>
                </a:lnTo>
                <a:lnTo>
                  <a:pt x="299116" y="1358900"/>
                </a:lnTo>
                <a:lnTo>
                  <a:pt x="300132" y="1346200"/>
                </a:lnTo>
                <a:lnTo>
                  <a:pt x="303561" y="1346200"/>
                </a:lnTo>
                <a:lnTo>
                  <a:pt x="343566" y="1295400"/>
                </a:lnTo>
                <a:lnTo>
                  <a:pt x="285019" y="1295400"/>
                </a:lnTo>
                <a:lnTo>
                  <a:pt x="282547" y="1282700"/>
                </a:lnTo>
                <a:lnTo>
                  <a:pt x="277840" y="1270000"/>
                </a:lnTo>
                <a:lnTo>
                  <a:pt x="275367" y="1257300"/>
                </a:lnTo>
                <a:lnTo>
                  <a:pt x="278923" y="1257300"/>
                </a:lnTo>
                <a:lnTo>
                  <a:pt x="287710" y="1244600"/>
                </a:lnTo>
                <a:lnTo>
                  <a:pt x="295878" y="1244600"/>
                </a:lnTo>
                <a:lnTo>
                  <a:pt x="303569" y="1231900"/>
                </a:lnTo>
                <a:lnTo>
                  <a:pt x="310927" y="1219200"/>
                </a:lnTo>
                <a:lnTo>
                  <a:pt x="315910" y="1219200"/>
                </a:lnTo>
                <a:lnTo>
                  <a:pt x="316880" y="1206500"/>
                </a:lnTo>
                <a:lnTo>
                  <a:pt x="262413" y="1206500"/>
                </a:lnTo>
                <a:lnTo>
                  <a:pt x="252380" y="1181100"/>
                </a:lnTo>
                <a:lnTo>
                  <a:pt x="262312" y="1168400"/>
                </a:lnTo>
                <a:lnTo>
                  <a:pt x="287940" y="1168400"/>
                </a:lnTo>
                <a:lnTo>
                  <a:pt x="459898" y="1155700"/>
                </a:lnTo>
                <a:lnTo>
                  <a:pt x="509805" y="1155700"/>
                </a:lnTo>
                <a:lnTo>
                  <a:pt x="506380" y="1143000"/>
                </a:lnTo>
                <a:lnTo>
                  <a:pt x="1059341" y="1143000"/>
                </a:lnTo>
                <a:lnTo>
                  <a:pt x="1012729" y="1130300"/>
                </a:lnTo>
                <a:lnTo>
                  <a:pt x="964059" y="1117600"/>
                </a:lnTo>
                <a:lnTo>
                  <a:pt x="229258" y="1117600"/>
                </a:lnTo>
                <a:lnTo>
                  <a:pt x="183419" y="1104900"/>
                </a:lnTo>
                <a:lnTo>
                  <a:pt x="144819" y="1079500"/>
                </a:lnTo>
                <a:lnTo>
                  <a:pt x="113315" y="1041400"/>
                </a:lnTo>
                <a:lnTo>
                  <a:pt x="102383" y="1003300"/>
                </a:lnTo>
                <a:lnTo>
                  <a:pt x="92630" y="977900"/>
                </a:lnTo>
                <a:lnTo>
                  <a:pt x="84044" y="952500"/>
                </a:lnTo>
                <a:lnTo>
                  <a:pt x="76612" y="927100"/>
                </a:lnTo>
                <a:lnTo>
                  <a:pt x="70691" y="889000"/>
                </a:lnTo>
                <a:lnTo>
                  <a:pt x="66484" y="863600"/>
                </a:lnTo>
                <a:lnTo>
                  <a:pt x="63754" y="838200"/>
                </a:lnTo>
                <a:lnTo>
                  <a:pt x="62261" y="800100"/>
                </a:lnTo>
                <a:lnTo>
                  <a:pt x="71223" y="749300"/>
                </a:lnTo>
                <a:lnTo>
                  <a:pt x="97377" y="711200"/>
                </a:lnTo>
                <a:lnTo>
                  <a:pt x="137628" y="685800"/>
                </a:lnTo>
                <a:lnTo>
                  <a:pt x="188880" y="673100"/>
                </a:lnTo>
                <a:lnTo>
                  <a:pt x="243310" y="660400"/>
                </a:lnTo>
                <a:lnTo>
                  <a:pt x="297667" y="660400"/>
                </a:lnTo>
                <a:lnTo>
                  <a:pt x="352000" y="647700"/>
                </a:lnTo>
                <a:lnTo>
                  <a:pt x="406357" y="647700"/>
                </a:lnTo>
                <a:lnTo>
                  <a:pt x="460787" y="635000"/>
                </a:lnTo>
                <a:lnTo>
                  <a:pt x="504585" y="635000"/>
                </a:lnTo>
                <a:lnTo>
                  <a:pt x="502951" y="622300"/>
                </a:lnTo>
                <a:lnTo>
                  <a:pt x="549320" y="609600"/>
                </a:lnTo>
                <a:lnTo>
                  <a:pt x="639607" y="558800"/>
                </a:lnTo>
                <a:lnTo>
                  <a:pt x="683603" y="546100"/>
                </a:lnTo>
                <a:lnTo>
                  <a:pt x="769491" y="495300"/>
                </a:lnTo>
                <a:lnTo>
                  <a:pt x="852827" y="444500"/>
                </a:lnTo>
                <a:lnTo>
                  <a:pt x="893635" y="406400"/>
                </a:lnTo>
                <a:lnTo>
                  <a:pt x="973721" y="355600"/>
                </a:lnTo>
                <a:lnTo>
                  <a:pt x="1013076" y="317500"/>
                </a:lnTo>
                <a:lnTo>
                  <a:pt x="1090600" y="266700"/>
                </a:lnTo>
                <a:lnTo>
                  <a:pt x="1128847" y="228600"/>
                </a:lnTo>
                <a:lnTo>
                  <a:pt x="1166800" y="203200"/>
                </a:lnTo>
                <a:lnTo>
                  <a:pt x="1204499" y="165100"/>
                </a:lnTo>
                <a:lnTo>
                  <a:pt x="1225716" y="152400"/>
                </a:lnTo>
                <a:lnTo>
                  <a:pt x="1251267" y="127000"/>
                </a:lnTo>
                <a:lnTo>
                  <a:pt x="1280009" y="101600"/>
                </a:lnTo>
                <a:lnTo>
                  <a:pt x="1310798" y="76200"/>
                </a:lnTo>
                <a:lnTo>
                  <a:pt x="1357383" y="76200"/>
                </a:lnTo>
                <a:lnTo>
                  <a:pt x="1351311" y="63500"/>
                </a:lnTo>
                <a:lnTo>
                  <a:pt x="1475770" y="63500"/>
                </a:lnTo>
                <a:lnTo>
                  <a:pt x="1469168" y="50800"/>
                </a:lnTo>
                <a:lnTo>
                  <a:pt x="1430897" y="12700"/>
                </a:lnTo>
                <a:lnTo>
                  <a:pt x="1417510" y="0"/>
                </a:lnTo>
                <a:close/>
              </a:path>
              <a:path w="2054860" h="1625600">
                <a:moveTo>
                  <a:pt x="509805" y="1155700"/>
                </a:moveTo>
                <a:lnTo>
                  <a:pt x="459898" y="1155700"/>
                </a:lnTo>
                <a:lnTo>
                  <a:pt x="475285" y="1206500"/>
                </a:lnTo>
                <a:lnTo>
                  <a:pt x="491839" y="1257300"/>
                </a:lnTo>
                <a:lnTo>
                  <a:pt x="510583" y="1308100"/>
                </a:lnTo>
                <a:lnTo>
                  <a:pt x="532542" y="1346200"/>
                </a:lnTo>
                <a:lnTo>
                  <a:pt x="537362" y="1358900"/>
                </a:lnTo>
                <a:lnTo>
                  <a:pt x="542623" y="1371600"/>
                </a:lnTo>
                <a:lnTo>
                  <a:pt x="547955" y="1384300"/>
                </a:lnTo>
                <a:lnTo>
                  <a:pt x="552989" y="1384300"/>
                </a:lnTo>
                <a:lnTo>
                  <a:pt x="566257" y="1435100"/>
                </a:lnTo>
                <a:lnTo>
                  <a:pt x="565689" y="1473200"/>
                </a:lnTo>
                <a:lnTo>
                  <a:pt x="548739" y="1511300"/>
                </a:lnTo>
                <a:lnTo>
                  <a:pt x="512857" y="1536700"/>
                </a:lnTo>
                <a:lnTo>
                  <a:pt x="498943" y="1549400"/>
                </a:lnTo>
                <a:lnTo>
                  <a:pt x="482219" y="1562100"/>
                </a:lnTo>
                <a:lnTo>
                  <a:pt x="464780" y="1562100"/>
                </a:lnTo>
                <a:lnTo>
                  <a:pt x="448722" y="1574800"/>
                </a:lnTo>
                <a:lnTo>
                  <a:pt x="557990" y="1574800"/>
                </a:lnTo>
                <a:lnTo>
                  <a:pt x="592787" y="1536700"/>
                </a:lnTo>
                <a:lnTo>
                  <a:pt x="615103" y="1498600"/>
                </a:lnTo>
                <a:lnTo>
                  <a:pt x="620553" y="1447800"/>
                </a:lnTo>
                <a:lnTo>
                  <a:pt x="611826" y="1409700"/>
                </a:lnTo>
                <a:lnTo>
                  <a:pt x="595217" y="1371600"/>
                </a:lnTo>
                <a:lnTo>
                  <a:pt x="575369" y="1333500"/>
                </a:lnTo>
                <a:lnTo>
                  <a:pt x="556926" y="1308100"/>
                </a:lnTo>
                <a:lnTo>
                  <a:pt x="542010" y="1270000"/>
                </a:lnTo>
                <a:lnTo>
                  <a:pt x="528558" y="1219200"/>
                </a:lnTo>
                <a:lnTo>
                  <a:pt x="516653" y="1181100"/>
                </a:lnTo>
                <a:lnTo>
                  <a:pt x="509805" y="1155700"/>
                </a:lnTo>
                <a:close/>
              </a:path>
              <a:path w="2054860" h="1625600">
                <a:moveTo>
                  <a:pt x="424910" y="1511300"/>
                </a:moveTo>
                <a:lnTo>
                  <a:pt x="408479" y="1511300"/>
                </a:lnTo>
                <a:lnTo>
                  <a:pt x="393858" y="1524000"/>
                </a:lnTo>
                <a:lnTo>
                  <a:pt x="389370" y="1524000"/>
                </a:lnTo>
                <a:lnTo>
                  <a:pt x="383762" y="1536700"/>
                </a:lnTo>
                <a:lnTo>
                  <a:pt x="377678" y="1549400"/>
                </a:lnTo>
                <a:lnTo>
                  <a:pt x="427521" y="1549400"/>
                </a:lnTo>
                <a:lnTo>
                  <a:pt x="433482" y="1536700"/>
                </a:lnTo>
                <a:lnTo>
                  <a:pt x="435721" y="1524000"/>
                </a:lnTo>
                <a:lnTo>
                  <a:pt x="424910" y="1511300"/>
                </a:lnTo>
                <a:close/>
              </a:path>
              <a:path w="2054860" h="1625600">
                <a:moveTo>
                  <a:pt x="370349" y="1435100"/>
                </a:moveTo>
                <a:lnTo>
                  <a:pt x="357155" y="1447800"/>
                </a:lnTo>
                <a:lnTo>
                  <a:pt x="351897" y="1460500"/>
                </a:lnTo>
                <a:lnTo>
                  <a:pt x="336073" y="1485900"/>
                </a:lnTo>
                <a:lnTo>
                  <a:pt x="387238" y="1485900"/>
                </a:lnTo>
                <a:lnTo>
                  <a:pt x="391769" y="1473200"/>
                </a:lnTo>
                <a:lnTo>
                  <a:pt x="396906" y="1473200"/>
                </a:lnTo>
                <a:lnTo>
                  <a:pt x="397642" y="1447800"/>
                </a:lnTo>
                <a:lnTo>
                  <a:pt x="386318" y="1447800"/>
                </a:lnTo>
                <a:lnTo>
                  <a:pt x="370349" y="1435100"/>
                </a:lnTo>
                <a:close/>
              </a:path>
              <a:path w="2054860" h="1625600">
                <a:moveTo>
                  <a:pt x="1059341" y="1143000"/>
                </a:moveTo>
                <a:lnTo>
                  <a:pt x="807158" y="1143000"/>
                </a:lnTo>
                <a:lnTo>
                  <a:pt x="1115230" y="1219200"/>
                </a:lnTo>
                <a:lnTo>
                  <a:pt x="1164665" y="1244600"/>
                </a:lnTo>
                <a:lnTo>
                  <a:pt x="1213866" y="1257300"/>
                </a:lnTo>
                <a:lnTo>
                  <a:pt x="1312072" y="1308100"/>
                </a:lnTo>
                <a:lnTo>
                  <a:pt x="1361335" y="1320800"/>
                </a:lnTo>
                <a:lnTo>
                  <a:pt x="1410874" y="1346200"/>
                </a:lnTo>
                <a:lnTo>
                  <a:pt x="1447371" y="1358900"/>
                </a:lnTo>
                <a:lnTo>
                  <a:pt x="1489577" y="1384300"/>
                </a:lnTo>
                <a:lnTo>
                  <a:pt x="1579060" y="1409700"/>
                </a:lnTo>
                <a:lnTo>
                  <a:pt x="1620313" y="1397000"/>
                </a:lnTo>
                <a:lnTo>
                  <a:pt x="1655222" y="1371600"/>
                </a:lnTo>
                <a:lnTo>
                  <a:pt x="1676043" y="1333500"/>
                </a:lnTo>
                <a:lnTo>
                  <a:pt x="1528603" y="1333500"/>
                </a:lnTo>
                <a:lnTo>
                  <a:pt x="1488424" y="1320800"/>
                </a:lnTo>
                <a:lnTo>
                  <a:pt x="1447673" y="1295400"/>
                </a:lnTo>
                <a:lnTo>
                  <a:pt x="1410017" y="1282700"/>
                </a:lnTo>
                <a:lnTo>
                  <a:pt x="1379124" y="1270000"/>
                </a:lnTo>
                <a:lnTo>
                  <a:pt x="1333429" y="1244600"/>
                </a:lnTo>
                <a:lnTo>
                  <a:pt x="1287907" y="1231900"/>
                </a:lnTo>
                <a:lnTo>
                  <a:pt x="1242455" y="1206500"/>
                </a:lnTo>
                <a:lnTo>
                  <a:pt x="1196975" y="1193800"/>
                </a:lnTo>
                <a:lnTo>
                  <a:pt x="1151363" y="1168400"/>
                </a:lnTo>
                <a:lnTo>
                  <a:pt x="1059341" y="1143000"/>
                </a:lnTo>
                <a:close/>
              </a:path>
              <a:path w="2054860" h="1625600">
                <a:moveTo>
                  <a:pt x="363759" y="1346200"/>
                </a:moveTo>
                <a:lnTo>
                  <a:pt x="340560" y="1346200"/>
                </a:lnTo>
                <a:lnTo>
                  <a:pt x="333914" y="1358900"/>
                </a:lnTo>
                <a:lnTo>
                  <a:pt x="327886" y="1358900"/>
                </a:lnTo>
                <a:lnTo>
                  <a:pt x="321405" y="1371600"/>
                </a:lnTo>
                <a:lnTo>
                  <a:pt x="315019" y="1384300"/>
                </a:lnTo>
                <a:lnTo>
                  <a:pt x="366045" y="1384300"/>
                </a:lnTo>
                <a:lnTo>
                  <a:pt x="370332" y="1371600"/>
                </a:lnTo>
                <a:lnTo>
                  <a:pt x="371951" y="1371600"/>
                </a:lnTo>
                <a:lnTo>
                  <a:pt x="370046" y="1358900"/>
                </a:lnTo>
                <a:lnTo>
                  <a:pt x="363759" y="1346200"/>
                </a:lnTo>
                <a:close/>
              </a:path>
              <a:path w="2054860" h="1625600">
                <a:moveTo>
                  <a:pt x="1357383" y="76200"/>
                </a:moveTo>
                <a:lnTo>
                  <a:pt x="1310798" y="76200"/>
                </a:lnTo>
                <a:lnTo>
                  <a:pt x="1329007" y="127000"/>
                </a:lnTo>
                <a:lnTo>
                  <a:pt x="1345584" y="165100"/>
                </a:lnTo>
                <a:lnTo>
                  <a:pt x="1360705" y="215900"/>
                </a:lnTo>
                <a:lnTo>
                  <a:pt x="1374543" y="266700"/>
                </a:lnTo>
                <a:lnTo>
                  <a:pt x="1387271" y="317500"/>
                </a:lnTo>
                <a:lnTo>
                  <a:pt x="1399063" y="368300"/>
                </a:lnTo>
                <a:lnTo>
                  <a:pt x="1410094" y="419100"/>
                </a:lnTo>
                <a:lnTo>
                  <a:pt x="1420536" y="457200"/>
                </a:lnTo>
                <a:lnTo>
                  <a:pt x="1430563" y="508000"/>
                </a:lnTo>
                <a:lnTo>
                  <a:pt x="1440350" y="558800"/>
                </a:lnTo>
                <a:lnTo>
                  <a:pt x="1450070" y="609600"/>
                </a:lnTo>
                <a:lnTo>
                  <a:pt x="1459896" y="660400"/>
                </a:lnTo>
                <a:lnTo>
                  <a:pt x="1469509" y="711200"/>
                </a:lnTo>
                <a:lnTo>
                  <a:pt x="1478513" y="762000"/>
                </a:lnTo>
                <a:lnTo>
                  <a:pt x="1486878" y="812800"/>
                </a:lnTo>
                <a:lnTo>
                  <a:pt x="1494574" y="863600"/>
                </a:lnTo>
                <a:lnTo>
                  <a:pt x="1501569" y="914400"/>
                </a:lnTo>
                <a:lnTo>
                  <a:pt x="1507833" y="965200"/>
                </a:lnTo>
                <a:lnTo>
                  <a:pt x="1513334" y="1016000"/>
                </a:lnTo>
                <a:lnTo>
                  <a:pt x="1518042" y="1066800"/>
                </a:lnTo>
                <a:lnTo>
                  <a:pt x="1521926" y="1117600"/>
                </a:lnTo>
                <a:lnTo>
                  <a:pt x="1524955" y="1168400"/>
                </a:lnTo>
                <a:lnTo>
                  <a:pt x="1527098" y="1231900"/>
                </a:lnTo>
                <a:lnTo>
                  <a:pt x="1528324" y="1282700"/>
                </a:lnTo>
                <a:lnTo>
                  <a:pt x="1528394" y="1295400"/>
                </a:lnTo>
                <a:lnTo>
                  <a:pt x="1528464" y="1308100"/>
                </a:lnTo>
                <a:lnTo>
                  <a:pt x="1528534" y="1320800"/>
                </a:lnTo>
                <a:lnTo>
                  <a:pt x="1528603" y="1333500"/>
                </a:lnTo>
                <a:lnTo>
                  <a:pt x="1573180" y="1333500"/>
                </a:lnTo>
                <a:lnTo>
                  <a:pt x="1573062" y="1320800"/>
                </a:lnTo>
                <a:lnTo>
                  <a:pt x="1572943" y="1308100"/>
                </a:lnTo>
                <a:lnTo>
                  <a:pt x="1572825" y="1295400"/>
                </a:lnTo>
                <a:lnTo>
                  <a:pt x="1571409" y="1231900"/>
                </a:lnTo>
                <a:lnTo>
                  <a:pt x="1569312" y="1181100"/>
                </a:lnTo>
                <a:lnTo>
                  <a:pt x="1566440" y="1130300"/>
                </a:lnTo>
                <a:lnTo>
                  <a:pt x="1562817" y="1079500"/>
                </a:lnTo>
                <a:lnTo>
                  <a:pt x="1558468" y="1028700"/>
                </a:lnTo>
                <a:lnTo>
                  <a:pt x="1553416" y="977900"/>
                </a:lnTo>
                <a:lnTo>
                  <a:pt x="1547685" y="927100"/>
                </a:lnTo>
                <a:lnTo>
                  <a:pt x="1541301" y="889000"/>
                </a:lnTo>
                <a:lnTo>
                  <a:pt x="1534286" y="838200"/>
                </a:lnTo>
                <a:lnTo>
                  <a:pt x="1526665" y="787400"/>
                </a:lnTo>
                <a:lnTo>
                  <a:pt x="1518463" y="736600"/>
                </a:lnTo>
                <a:lnTo>
                  <a:pt x="1509703" y="685800"/>
                </a:lnTo>
                <a:lnTo>
                  <a:pt x="1500409" y="635000"/>
                </a:lnTo>
                <a:lnTo>
                  <a:pt x="1490663" y="596900"/>
                </a:lnTo>
                <a:lnTo>
                  <a:pt x="1471237" y="495300"/>
                </a:lnTo>
                <a:lnTo>
                  <a:pt x="1461218" y="444500"/>
                </a:lnTo>
                <a:lnTo>
                  <a:pt x="1450769" y="393700"/>
                </a:lnTo>
                <a:lnTo>
                  <a:pt x="1439719" y="342900"/>
                </a:lnTo>
                <a:lnTo>
                  <a:pt x="1427900" y="292100"/>
                </a:lnTo>
                <a:lnTo>
                  <a:pt x="1415141" y="241300"/>
                </a:lnTo>
                <a:lnTo>
                  <a:pt x="1401272" y="203200"/>
                </a:lnTo>
                <a:lnTo>
                  <a:pt x="1386124" y="152400"/>
                </a:lnTo>
                <a:lnTo>
                  <a:pt x="1369527" y="101600"/>
                </a:lnTo>
                <a:lnTo>
                  <a:pt x="1357383" y="76200"/>
                </a:lnTo>
                <a:close/>
              </a:path>
              <a:path w="2054860" h="1625600">
                <a:moveTo>
                  <a:pt x="1475770" y="63500"/>
                </a:moveTo>
                <a:lnTo>
                  <a:pt x="1408461" y="63500"/>
                </a:lnTo>
                <a:lnTo>
                  <a:pt x="1423701" y="88900"/>
                </a:lnTo>
                <a:lnTo>
                  <a:pt x="1435227" y="127000"/>
                </a:lnTo>
                <a:lnTo>
                  <a:pt x="1444037" y="152400"/>
                </a:lnTo>
                <a:lnTo>
                  <a:pt x="1451133" y="177800"/>
                </a:lnTo>
                <a:lnTo>
                  <a:pt x="1465894" y="228600"/>
                </a:lnTo>
                <a:lnTo>
                  <a:pt x="1479825" y="266700"/>
                </a:lnTo>
                <a:lnTo>
                  <a:pt x="1492980" y="317500"/>
                </a:lnTo>
                <a:lnTo>
                  <a:pt x="1505410" y="368300"/>
                </a:lnTo>
                <a:lnTo>
                  <a:pt x="1517167" y="419100"/>
                </a:lnTo>
                <a:lnTo>
                  <a:pt x="1528304" y="457200"/>
                </a:lnTo>
                <a:lnTo>
                  <a:pt x="1538872" y="508000"/>
                </a:lnTo>
                <a:lnTo>
                  <a:pt x="1548923" y="558800"/>
                </a:lnTo>
                <a:lnTo>
                  <a:pt x="1558573" y="609600"/>
                </a:lnTo>
                <a:lnTo>
                  <a:pt x="1567766" y="660400"/>
                </a:lnTo>
                <a:lnTo>
                  <a:pt x="1576459" y="711200"/>
                </a:lnTo>
                <a:lnTo>
                  <a:pt x="1584609" y="762000"/>
                </a:lnTo>
                <a:lnTo>
                  <a:pt x="1592175" y="812800"/>
                </a:lnTo>
                <a:lnTo>
                  <a:pt x="1599112" y="863600"/>
                </a:lnTo>
                <a:lnTo>
                  <a:pt x="1605378" y="927100"/>
                </a:lnTo>
                <a:lnTo>
                  <a:pt x="1610930" y="977900"/>
                </a:lnTo>
                <a:lnTo>
                  <a:pt x="1615725" y="1028700"/>
                </a:lnTo>
                <a:lnTo>
                  <a:pt x="1620412" y="1079500"/>
                </a:lnTo>
                <a:lnTo>
                  <a:pt x="1626275" y="1130300"/>
                </a:lnTo>
                <a:lnTo>
                  <a:pt x="1630621" y="1181100"/>
                </a:lnTo>
                <a:lnTo>
                  <a:pt x="1630647" y="1193800"/>
                </a:lnTo>
                <a:lnTo>
                  <a:pt x="1630754" y="1244600"/>
                </a:lnTo>
                <a:lnTo>
                  <a:pt x="1623980" y="1282700"/>
                </a:lnTo>
                <a:lnTo>
                  <a:pt x="1616025" y="1308100"/>
                </a:lnTo>
                <a:lnTo>
                  <a:pt x="1604629" y="1320800"/>
                </a:lnTo>
                <a:lnTo>
                  <a:pt x="1590208" y="1333500"/>
                </a:lnTo>
                <a:lnTo>
                  <a:pt x="1676043" y="1333500"/>
                </a:lnTo>
                <a:lnTo>
                  <a:pt x="1687274" y="1282700"/>
                </a:lnTo>
                <a:lnTo>
                  <a:pt x="1691095" y="1231900"/>
                </a:lnTo>
                <a:lnTo>
                  <a:pt x="1689689" y="1181100"/>
                </a:lnTo>
                <a:lnTo>
                  <a:pt x="1685238" y="1130300"/>
                </a:lnTo>
                <a:lnTo>
                  <a:pt x="1679922" y="1079500"/>
                </a:lnTo>
                <a:lnTo>
                  <a:pt x="1675923" y="1028700"/>
                </a:lnTo>
                <a:lnTo>
                  <a:pt x="1671560" y="990600"/>
                </a:lnTo>
                <a:lnTo>
                  <a:pt x="1667017" y="939800"/>
                </a:lnTo>
                <a:lnTo>
                  <a:pt x="1661975" y="901700"/>
                </a:lnTo>
                <a:lnTo>
                  <a:pt x="1656111" y="850900"/>
                </a:lnTo>
                <a:lnTo>
                  <a:pt x="1722929" y="825500"/>
                </a:lnTo>
                <a:lnTo>
                  <a:pt x="1752891" y="800100"/>
                </a:lnTo>
                <a:lnTo>
                  <a:pt x="1650904" y="800100"/>
                </a:lnTo>
                <a:lnTo>
                  <a:pt x="1644332" y="762000"/>
                </a:lnTo>
                <a:lnTo>
                  <a:pt x="1637095" y="711200"/>
                </a:lnTo>
                <a:lnTo>
                  <a:pt x="1629169" y="660400"/>
                </a:lnTo>
                <a:lnTo>
                  <a:pt x="1620530" y="622300"/>
                </a:lnTo>
                <a:lnTo>
                  <a:pt x="1611153" y="571500"/>
                </a:lnTo>
                <a:lnTo>
                  <a:pt x="1760743" y="571500"/>
                </a:lnTo>
                <a:lnTo>
                  <a:pt x="1741505" y="546100"/>
                </a:lnTo>
                <a:lnTo>
                  <a:pt x="1713896" y="533400"/>
                </a:lnTo>
                <a:lnTo>
                  <a:pt x="1688054" y="520700"/>
                </a:lnTo>
                <a:lnTo>
                  <a:pt x="1603025" y="520700"/>
                </a:lnTo>
                <a:lnTo>
                  <a:pt x="1591569" y="469900"/>
                </a:lnTo>
                <a:lnTo>
                  <a:pt x="1579954" y="419100"/>
                </a:lnTo>
                <a:lnTo>
                  <a:pt x="1568021" y="368300"/>
                </a:lnTo>
                <a:lnTo>
                  <a:pt x="1555612" y="330200"/>
                </a:lnTo>
                <a:lnTo>
                  <a:pt x="1542568" y="279400"/>
                </a:lnTo>
                <a:lnTo>
                  <a:pt x="1528730" y="228600"/>
                </a:lnTo>
                <a:lnTo>
                  <a:pt x="1517284" y="190500"/>
                </a:lnTo>
                <a:lnTo>
                  <a:pt x="1504521" y="139700"/>
                </a:lnTo>
                <a:lnTo>
                  <a:pt x="1488972" y="88900"/>
                </a:lnTo>
                <a:lnTo>
                  <a:pt x="1475770" y="63500"/>
                </a:lnTo>
                <a:close/>
              </a:path>
              <a:path w="2054860" h="1625600">
                <a:moveTo>
                  <a:pt x="323850" y="1257300"/>
                </a:moveTo>
                <a:lnTo>
                  <a:pt x="308768" y="1270000"/>
                </a:lnTo>
                <a:lnTo>
                  <a:pt x="303039" y="1270000"/>
                </a:lnTo>
                <a:lnTo>
                  <a:pt x="290677" y="1295400"/>
                </a:lnTo>
                <a:lnTo>
                  <a:pt x="343566" y="1295400"/>
                </a:lnTo>
                <a:lnTo>
                  <a:pt x="347916" y="1282700"/>
                </a:lnTo>
                <a:lnTo>
                  <a:pt x="339121" y="1270000"/>
                </a:lnTo>
                <a:lnTo>
                  <a:pt x="323850" y="1257300"/>
                </a:lnTo>
                <a:close/>
              </a:path>
              <a:path w="2054860" h="1625600">
                <a:moveTo>
                  <a:pt x="314303" y="1193800"/>
                </a:moveTo>
                <a:lnTo>
                  <a:pt x="272573" y="1193800"/>
                </a:lnTo>
                <a:lnTo>
                  <a:pt x="265969" y="1206500"/>
                </a:lnTo>
                <a:lnTo>
                  <a:pt x="316880" y="1206500"/>
                </a:lnTo>
                <a:lnTo>
                  <a:pt x="314303" y="1193800"/>
                </a:lnTo>
                <a:close/>
              </a:path>
              <a:path w="2054860" h="1625600">
                <a:moveTo>
                  <a:pt x="300922" y="1181100"/>
                </a:moveTo>
                <a:lnTo>
                  <a:pt x="292703" y="1181100"/>
                </a:lnTo>
                <a:lnTo>
                  <a:pt x="284960" y="1193800"/>
                </a:lnTo>
                <a:lnTo>
                  <a:pt x="308641" y="1193800"/>
                </a:lnTo>
                <a:lnTo>
                  <a:pt x="300922" y="1181100"/>
                </a:lnTo>
                <a:close/>
              </a:path>
              <a:path w="2054860" h="1625600">
                <a:moveTo>
                  <a:pt x="866279" y="1092200"/>
                </a:moveTo>
                <a:lnTo>
                  <a:pt x="429085" y="1092200"/>
                </a:lnTo>
                <a:lnTo>
                  <a:pt x="380359" y="1104900"/>
                </a:lnTo>
                <a:lnTo>
                  <a:pt x="282479" y="1104900"/>
                </a:lnTo>
                <a:lnTo>
                  <a:pt x="229258" y="1117600"/>
                </a:lnTo>
                <a:lnTo>
                  <a:pt x="964059" y="1117600"/>
                </a:lnTo>
                <a:lnTo>
                  <a:pt x="866279" y="1092200"/>
                </a:lnTo>
                <a:close/>
              </a:path>
              <a:path w="2054860" h="1625600">
                <a:moveTo>
                  <a:pt x="504585" y="635000"/>
                </a:moveTo>
                <a:lnTo>
                  <a:pt x="460787" y="635000"/>
                </a:lnTo>
                <a:lnTo>
                  <a:pt x="466692" y="685800"/>
                </a:lnTo>
                <a:lnTo>
                  <a:pt x="472965" y="736600"/>
                </a:lnTo>
                <a:lnTo>
                  <a:pt x="479588" y="787400"/>
                </a:lnTo>
                <a:lnTo>
                  <a:pt x="486543" y="838200"/>
                </a:lnTo>
                <a:lnTo>
                  <a:pt x="493813" y="876300"/>
                </a:lnTo>
                <a:lnTo>
                  <a:pt x="501380" y="927100"/>
                </a:lnTo>
                <a:lnTo>
                  <a:pt x="509226" y="977900"/>
                </a:lnTo>
                <a:lnTo>
                  <a:pt x="517333" y="1028700"/>
                </a:lnTo>
                <a:lnTo>
                  <a:pt x="525684" y="1079500"/>
                </a:lnTo>
                <a:lnTo>
                  <a:pt x="477555" y="1092200"/>
                </a:lnTo>
                <a:lnTo>
                  <a:pt x="817161" y="1092200"/>
                </a:lnTo>
                <a:lnTo>
                  <a:pt x="767885" y="1079500"/>
                </a:lnTo>
                <a:lnTo>
                  <a:pt x="569118" y="1079500"/>
                </a:lnTo>
                <a:lnTo>
                  <a:pt x="560929" y="1028700"/>
                </a:lnTo>
                <a:lnTo>
                  <a:pt x="552954" y="977900"/>
                </a:lnTo>
                <a:lnTo>
                  <a:pt x="545191" y="927100"/>
                </a:lnTo>
                <a:lnTo>
                  <a:pt x="537638" y="876300"/>
                </a:lnTo>
                <a:lnTo>
                  <a:pt x="530293" y="825500"/>
                </a:lnTo>
                <a:lnTo>
                  <a:pt x="523154" y="774700"/>
                </a:lnTo>
                <a:lnTo>
                  <a:pt x="516218" y="723900"/>
                </a:lnTo>
                <a:lnTo>
                  <a:pt x="509485" y="673100"/>
                </a:lnTo>
                <a:lnTo>
                  <a:pt x="504585" y="635000"/>
                </a:lnTo>
                <a:close/>
              </a:path>
              <a:path w="2054860" h="1625600">
                <a:moveTo>
                  <a:pt x="259953" y="838200"/>
                </a:moveTo>
                <a:lnTo>
                  <a:pt x="242982" y="838200"/>
                </a:lnTo>
                <a:lnTo>
                  <a:pt x="217723" y="850900"/>
                </a:lnTo>
                <a:lnTo>
                  <a:pt x="192738" y="850900"/>
                </a:lnTo>
                <a:lnTo>
                  <a:pt x="167919" y="863600"/>
                </a:lnTo>
                <a:lnTo>
                  <a:pt x="143160" y="863600"/>
                </a:lnTo>
                <a:lnTo>
                  <a:pt x="127152" y="876300"/>
                </a:lnTo>
                <a:lnTo>
                  <a:pt x="123205" y="889000"/>
                </a:lnTo>
                <a:lnTo>
                  <a:pt x="129998" y="901700"/>
                </a:lnTo>
                <a:lnTo>
                  <a:pt x="202199" y="901700"/>
                </a:lnTo>
                <a:lnTo>
                  <a:pt x="229594" y="889000"/>
                </a:lnTo>
                <a:lnTo>
                  <a:pt x="256952" y="889000"/>
                </a:lnTo>
                <a:lnTo>
                  <a:pt x="270271" y="876300"/>
                </a:lnTo>
                <a:lnTo>
                  <a:pt x="270160" y="850900"/>
                </a:lnTo>
                <a:lnTo>
                  <a:pt x="259953" y="838200"/>
                </a:lnTo>
                <a:close/>
              </a:path>
              <a:path w="2054860" h="1625600">
                <a:moveTo>
                  <a:pt x="247197" y="762000"/>
                </a:moveTo>
                <a:lnTo>
                  <a:pt x="206910" y="762000"/>
                </a:lnTo>
                <a:lnTo>
                  <a:pt x="161071" y="774700"/>
                </a:lnTo>
                <a:lnTo>
                  <a:pt x="138080" y="787400"/>
                </a:lnTo>
                <a:lnTo>
                  <a:pt x="123124" y="787400"/>
                </a:lnTo>
                <a:lnTo>
                  <a:pt x="118919" y="812800"/>
                </a:lnTo>
                <a:lnTo>
                  <a:pt x="125025" y="825500"/>
                </a:lnTo>
                <a:lnTo>
                  <a:pt x="164455" y="825500"/>
                </a:lnTo>
                <a:lnTo>
                  <a:pt x="188229" y="812800"/>
                </a:lnTo>
                <a:lnTo>
                  <a:pt x="234981" y="812800"/>
                </a:lnTo>
                <a:lnTo>
                  <a:pt x="250118" y="800100"/>
                </a:lnTo>
                <a:lnTo>
                  <a:pt x="254063" y="787400"/>
                </a:lnTo>
                <a:lnTo>
                  <a:pt x="247197" y="762000"/>
                </a:lnTo>
                <a:close/>
              </a:path>
              <a:path w="2054860" h="1625600">
                <a:moveTo>
                  <a:pt x="1760743" y="571500"/>
                </a:moveTo>
                <a:lnTo>
                  <a:pt x="1692858" y="571500"/>
                </a:lnTo>
                <a:lnTo>
                  <a:pt x="1712340" y="584200"/>
                </a:lnTo>
                <a:lnTo>
                  <a:pt x="1725965" y="609600"/>
                </a:lnTo>
                <a:lnTo>
                  <a:pt x="1736756" y="635000"/>
                </a:lnTo>
                <a:lnTo>
                  <a:pt x="1745097" y="660400"/>
                </a:lnTo>
                <a:lnTo>
                  <a:pt x="1749758" y="698500"/>
                </a:lnTo>
                <a:lnTo>
                  <a:pt x="1745632" y="736600"/>
                </a:lnTo>
                <a:lnTo>
                  <a:pt x="1727612" y="762000"/>
                </a:lnTo>
                <a:lnTo>
                  <a:pt x="1711305" y="774700"/>
                </a:lnTo>
                <a:lnTo>
                  <a:pt x="1692497" y="787400"/>
                </a:lnTo>
                <a:lnTo>
                  <a:pt x="1672070" y="800100"/>
                </a:lnTo>
                <a:lnTo>
                  <a:pt x="1752891" y="800100"/>
                </a:lnTo>
                <a:lnTo>
                  <a:pt x="1776507" y="774700"/>
                </a:lnTo>
                <a:lnTo>
                  <a:pt x="1791047" y="736600"/>
                </a:lnTo>
                <a:lnTo>
                  <a:pt x="1794240" y="711200"/>
                </a:lnTo>
                <a:lnTo>
                  <a:pt x="1790027" y="673100"/>
                </a:lnTo>
                <a:lnTo>
                  <a:pt x="1782349" y="635000"/>
                </a:lnTo>
                <a:lnTo>
                  <a:pt x="1773672" y="596900"/>
                </a:lnTo>
                <a:lnTo>
                  <a:pt x="1760743" y="571500"/>
                </a:lnTo>
                <a:close/>
              </a:path>
              <a:path w="2054860" h="1625600">
                <a:moveTo>
                  <a:pt x="1762011" y="241300"/>
                </a:moveTo>
                <a:lnTo>
                  <a:pt x="1738185" y="241300"/>
                </a:lnTo>
                <a:lnTo>
                  <a:pt x="1732045" y="254000"/>
                </a:lnTo>
                <a:lnTo>
                  <a:pt x="1728501" y="266700"/>
                </a:lnTo>
                <a:lnTo>
                  <a:pt x="1711821" y="355600"/>
                </a:lnTo>
                <a:lnTo>
                  <a:pt x="1706276" y="393700"/>
                </a:lnTo>
                <a:lnTo>
                  <a:pt x="1710265" y="406400"/>
                </a:lnTo>
                <a:lnTo>
                  <a:pt x="1724374" y="419100"/>
                </a:lnTo>
                <a:lnTo>
                  <a:pt x="1740388" y="419100"/>
                </a:lnTo>
                <a:lnTo>
                  <a:pt x="1750091" y="393700"/>
                </a:lnTo>
                <a:lnTo>
                  <a:pt x="1755636" y="368300"/>
                </a:lnTo>
                <a:lnTo>
                  <a:pt x="1766772" y="304800"/>
                </a:lnTo>
                <a:lnTo>
                  <a:pt x="1772316" y="266700"/>
                </a:lnTo>
                <a:lnTo>
                  <a:pt x="1772104" y="254000"/>
                </a:lnTo>
                <a:lnTo>
                  <a:pt x="1768332" y="254000"/>
                </a:lnTo>
                <a:lnTo>
                  <a:pt x="1762011" y="241300"/>
                </a:lnTo>
                <a:close/>
              </a:path>
              <a:path w="2054860" h="1625600">
                <a:moveTo>
                  <a:pt x="1827561" y="852424"/>
                </a:moveTo>
                <a:lnTo>
                  <a:pt x="1822100" y="853313"/>
                </a:lnTo>
                <a:lnTo>
                  <a:pt x="1810954" y="858746"/>
                </a:lnTo>
                <a:lnTo>
                  <a:pt x="1803320" y="869346"/>
                </a:lnTo>
                <a:lnTo>
                  <a:pt x="1801616" y="882280"/>
                </a:lnTo>
                <a:lnTo>
                  <a:pt x="1808257" y="894715"/>
                </a:lnTo>
                <a:lnTo>
                  <a:pt x="1826408" y="914310"/>
                </a:lnTo>
                <a:lnTo>
                  <a:pt x="1843833" y="934037"/>
                </a:lnTo>
                <a:lnTo>
                  <a:pt x="1860710" y="954168"/>
                </a:lnTo>
                <a:lnTo>
                  <a:pt x="1877218" y="974979"/>
                </a:lnTo>
                <a:lnTo>
                  <a:pt x="1892720" y="983708"/>
                </a:lnTo>
                <a:lnTo>
                  <a:pt x="1908460" y="979376"/>
                </a:lnTo>
                <a:lnTo>
                  <a:pt x="1917723" y="966210"/>
                </a:lnTo>
                <a:lnTo>
                  <a:pt x="1913794" y="948436"/>
                </a:lnTo>
                <a:lnTo>
                  <a:pt x="1877234" y="902906"/>
                </a:lnTo>
                <a:lnTo>
                  <a:pt x="1838483" y="858901"/>
                </a:lnTo>
                <a:lnTo>
                  <a:pt x="1833276" y="853948"/>
                </a:lnTo>
                <a:lnTo>
                  <a:pt x="1827561" y="852424"/>
                </a:lnTo>
                <a:close/>
              </a:path>
              <a:path w="2054860" h="1625600">
                <a:moveTo>
                  <a:pt x="1941226" y="664591"/>
                </a:moveTo>
                <a:lnTo>
                  <a:pt x="1924216" y="667365"/>
                </a:lnTo>
                <a:lnTo>
                  <a:pt x="1916303" y="681259"/>
                </a:lnTo>
                <a:lnTo>
                  <a:pt x="1919009" y="697487"/>
                </a:lnTo>
                <a:lnTo>
                  <a:pt x="1933860" y="707263"/>
                </a:lnTo>
                <a:lnTo>
                  <a:pt x="1957387" y="712981"/>
                </a:lnTo>
                <a:lnTo>
                  <a:pt x="2005584" y="723515"/>
                </a:lnTo>
                <a:lnTo>
                  <a:pt x="2029110" y="729234"/>
                </a:lnTo>
                <a:lnTo>
                  <a:pt x="2046414" y="724864"/>
                </a:lnTo>
                <a:lnTo>
                  <a:pt x="2054478" y="710184"/>
                </a:lnTo>
                <a:lnTo>
                  <a:pt x="2051827" y="693693"/>
                </a:lnTo>
                <a:lnTo>
                  <a:pt x="2036984" y="683895"/>
                </a:lnTo>
                <a:lnTo>
                  <a:pt x="2013450" y="678199"/>
                </a:lnTo>
                <a:lnTo>
                  <a:pt x="1989296" y="673195"/>
                </a:lnTo>
                <a:lnTo>
                  <a:pt x="1965047" y="668714"/>
                </a:lnTo>
                <a:lnTo>
                  <a:pt x="1941226" y="664591"/>
                </a:lnTo>
                <a:close/>
              </a:path>
              <a:path w="2054860" h="1625600">
                <a:moveTo>
                  <a:pt x="1980723" y="401320"/>
                </a:moveTo>
                <a:lnTo>
                  <a:pt x="1974373" y="402590"/>
                </a:lnTo>
                <a:lnTo>
                  <a:pt x="1974857" y="402590"/>
                </a:lnTo>
                <a:lnTo>
                  <a:pt x="1969547" y="407035"/>
                </a:lnTo>
                <a:lnTo>
                  <a:pt x="1927780" y="438880"/>
                </a:lnTo>
                <a:lnTo>
                  <a:pt x="1885727" y="472821"/>
                </a:lnTo>
                <a:lnTo>
                  <a:pt x="1877450" y="489055"/>
                </a:lnTo>
                <a:lnTo>
                  <a:pt x="1882187" y="505444"/>
                </a:lnTo>
                <a:lnTo>
                  <a:pt x="1895139" y="514951"/>
                </a:lnTo>
                <a:lnTo>
                  <a:pt x="1911508" y="510540"/>
                </a:lnTo>
                <a:lnTo>
                  <a:pt x="1932551" y="493436"/>
                </a:lnTo>
                <a:lnTo>
                  <a:pt x="1953545" y="476583"/>
                </a:lnTo>
                <a:lnTo>
                  <a:pt x="1974445" y="460230"/>
                </a:lnTo>
                <a:lnTo>
                  <a:pt x="1995201" y="444627"/>
                </a:lnTo>
                <a:lnTo>
                  <a:pt x="2002877" y="432790"/>
                </a:lnTo>
                <a:lnTo>
                  <a:pt x="2002582" y="422564"/>
                </a:lnTo>
                <a:lnTo>
                  <a:pt x="2002504" y="419846"/>
                </a:lnTo>
                <a:lnTo>
                  <a:pt x="1996130" y="408783"/>
                </a:lnTo>
                <a:lnTo>
                  <a:pt x="1985803" y="402590"/>
                </a:lnTo>
                <a:lnTo>
                  <a:pt x="1980723" y="401320"/>
                </a:lnTo>
                <a:close/>
              </a:path>
            </a:pathLst>
          </a:custGeom>
          <a:solidFill>
            <a:srgbClr val="EBBD8D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3467862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3264408" y="2878835"/>
            <a:ext cx="6448425" cy="2016760"/>
            <a:chOff x="3264408" y="2878835"/>
            <a:chExt cx="6448425" cy="2016760"/>
          </a:xfrm>
        </p:grpSpPr>
        <p:sp>
          <p:nvSpPr>
            <p:cNvPr id="7" name="object 7"/>
            <p:cNvSpPr/>
            <p:nvPr/>
          </p:nvSpPr>
          <p:spPr>
            <a:xfrm>
              <a:off x="3264408" y="2878835"/>
              <a:ext cx="5975985" cy="2016760"/>
            </a:xfrm>
            <a:custGeom>
              <a:avLst/>
              <a:gdLst/>
              <a:ahLst/>
              <a:cxnLst/>
              <a:rect l="l" t="t" r="r" b="b"/>
              <a:pathLst>
                <a:path w="5975984" h="2016760">
                  <a:moveTo>
                    <a:pt x="5795898" y="0"/>
                  </a:moveTo>
                  <a:lnTo>
                    <a:pt x="179704" y="0"/>
                  </a:lnTo>
                  <a:lnTo>
                    <a:pt x="131909" y="6414"/>
                  </a:lnTo>
                  <a:lnTo>
                    <a:pt x="88975" y="24520"/>
                  </a:lnTo>
                  <a:lnTo>
                    <a:pt x="52609" y="52609"/>
                  </a:lnTo>
                  <a:lnTo>
                    <a:pt x="24520" y="88975"/>
                  </a:lnTo>
                  <a:lnTo>
                    <a:pt x="6414" y="131909"/>
                  </a:lnTo>
                  <a:lnTo>
                    <a:pt x="0" y="179704"/>
                  </a:lnTo>
                  <a:lnTo>
                    <a:pt x="0" y="1836546"/>
                  </a:lnTo>
                  <a:lnTo>
                    <a:pt x="6414" y="1884342"/>
                  </a:lnTo>
                  <a:lnTo>
                    <a:pt x="24520" y="1927276"/>
                  </a:lnTo>
                  <a:lnTo>
                    <a:pt x="52609" y="1963642"/>
                  </a:lnTo>
                  <a:lnTo>
                    <a:pt x="88975" y="1991731"/>
                  </a:lnTo>
                  <a:lnTo>
                    <a:pt x="131909" y="2009837"/>
                  </a:lnTo>
                  <a:lnTo>
                    <a:pt x="179704" y="2016252"/>
                  </a:lnTo>
                  <a:lnTo>
                    <a:pt x="5795898" y="2016252"/>
                  </a:lnTo>
                  <a:lnTo>
                    <a:pt x="5843694" y="2009837"/>
                  </a:lnTo>
                  <a:lnTo>
                    <a:pt x="5886628" y="1991731"/>
                  </a:lnTo>
                  <a:lnTo>
                    <a:pt x="5922994" y="1963642"/>
                  </a:lnTo>
                  <a:lnTo>
                    <a:pt x="5951083" y="1927276"/>
                  </a:lnTo>
                  <a:lnTo>
                    <a:pt x="5969189" y="1884342"/>
                  </a:lnTo>
                  <a:lnTo>
                    <a:pt x="5975603" y="1836546"/>
                  </a:lnTo>
                  <a:lnTo>
                    <a:pt x="5975603" y="179704"/>
                  </a:lnTo>
                  <a:lnTo>
                    <a:pt x="5969189" y="131909"/>
                  </a:lnTo>
                  <a:lnTo>
                    <a:pt x="5951083" y="88975"/>
                  </a:lnTo>
                  <a:lnTo>
                    <a:pt x="5922994" y="52609"/>
                  </a:lnTo>
                  <a:lnTo>
                    <a:pt x="5886628" y="24520"/>
                  </a:lnTo>
                  <a:lnTo>
                    <a:pt x="5843694" y="6414"/>
                  </a:lnTo>
                  <a:lnTo>
                    <a:pt x="5795898" y="0"/>
                  </a:lnTo>
                  <a:close/>
                </a:path>
              </a:pathLst>
            </a:custGeom>
            <a:solidFill>
              <a:srgbClr val="EBBD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8934" y="3299459"/>
              <a:ext cx="3939921" cy="11018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0820" y="3299459"/>
              <a:ext cx="3152012" cy="110185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51177" y="1222197"/>
            <a:ext cx="9405620" cy="5189220"/>
          </a:xfrm>
          <a:prstGeom prst="rect">
            <a:avLst/>
          </a:prstGeom>
        </p:spPr>
        <p:txBody>
          <a:bodyPr vert="horz" wrap="square" lIns="0" tIns="842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30"/>
              </a:spcBef>
            </a:pPr>
            <a:r>
              <a:rPr sz="11500" spc="7600" dirty="0">
                <a:solidFill>
                  <a:srgbClr val="EBBD8D"/>
                </a:solidFill>
                <a:latin typeface="Microsoft Sans Serif" panose="020B0604020202020204"/>
                <a:cs typeface="Microsoft Sans Serif" panose="020B0604020202020204"/>
              </a:rPr>
              <a:t>“</a:t>
            </a:r>
            <a:endParaRPr sz="11500">
              <a:latin typeface="Microsoft Sans Serif" panose="020B0604020202020204"/>
              <a:cs typeface="Microsoft Sans Serif" panose="020B0604020202020204"/>
            </a:endParaRPr>
          </a:p>
          <a:p>
            <a:pPr marL="7932420">
              <a:lnSpc>
                <a:spcPct val="100000"/>
              </a:lnSpc>
              <a:spcBef>
                <a:spcPts val="6530"/>
              </a:spcBef>
            </a:pPr>
            <a:r>
              <a:rPr sz="11500" spc="7600" dirty="0">
                <a:solidFill>
                  <a:srgbClr val="EBBD8D"/>
                </a:solidFill>
                <a:latin typeface="Microsoft Sans Serif" panose="020B0604020202020204"/>
                <a:cs typeface="Microsoft Sans Serif" panose="020B0604020202020204"/>
              </a:rPr>
              <a:t>”</a:t>
            </a:r>
            <a:endParaRPr sz="11500">
              <a:latin typeface="Microsoft Sans Serif" panose="020B0604020202020204"/>
              <a:cs typeface="Microsoft Sans Serif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9721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348739" y="1930907"/>
            <a:ext cx="9455150" cy="4196080"/>
            <a:chOff x="1348739" y="1930907"/>
            <a:chExt cx="9455150" cy="4196080"/>
          </a:xfrm>
        </p:grpSpPr>
        <p:sp>
          <p:nvSpPr>
            <p:cNvPr id="7" name="object 7"/>
            <p:cNvSpPr/>
            <p:nvPr/>
          </p:nvSpPr>
          <p:spPr>
            <a:xfrm>
              <a:off x="1354835" y="2491739"/>
              <a:ext cx="9443085" cy="3629025"/>
            </a:xfrm>
            <a:custGeom>
              <a:avLst/>
              <a:gdLst/>
              <a:ahLst/>
              <a:cxnLst/>
              <a:rect l="l" t="t" r="r" b="b"/>
              <a:pathLst>
                <a:path w="9443085" h="3629025">
                  <a:moveTo>
                    <a:pt x="0" y="3628644"/>
                  </a:moveTo>
                  <a:lnTo>
                    <a:pt x="9442704" y="3628644"/>
                  </a:lnTo>
                  <a:lnTo>
                    <a:pt x="9442704" y="0"/>
                  </a:lnTo>
                  <a:lnTo>
                    <a:pt x="0" y="0"/>
                  </a:lnTo>
                  <a:lnTo>
                    <a:pt x="0" y="3628644"/>
                  </a:lnTo>
                  <a:close/>
                </a:path>
              </a:pathLst>
            </a:custGeom>
            <a:ln w="12192">
              <a:solidFill>
                <a:srgbClr val="EBBD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03603" y="3183635"/>
              <a:ext cx="9394190" cy="0"/>
            </a:xfrm>
            <a:custGeom>
              <a:avLst/>
              <a:gdLst/>
              <a:ahLst/>
              <a:cxnLst/>
              <a:rect l="l" t="t" r="r" b="b"/>
              <a:pathLst>
                <a:path w="9394190">
                  <a:moveTo>
                    <a:pt x="9393936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BBD8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5297" y="2581986"/>
              <a:ext cx="414528" cy="49255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2561" y="2581986"/>
              <a:ext cx="728472" cy="4925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6797" y="2581986"/>
              <a:ext cx="4739005" cy="4925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18105" y="3639565"/>
              <a:ext cx="914400" cy="4099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7705" y="3639565"/>
              <a:ext cx="1219199" cy="4099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42105" y="3639565"/>
              <a:ext cx="1200391" cy="4099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59451" y="3639565"/>
              <a:ext cx="1410843" cy="4099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18105" y="4371466"/>
              <a:ext cx="1828799" cy="4099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42105" y="4371466"/>
              <a:ext cx="592531" cy="4099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37075" y="4371466"/>
              <a:ext cx="914400" cy="4099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46675" y="4371466"/>
              <a:ext cx="686815" cy="4099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27319" y="4371466"/>
              <a:ext cx="664845" cy="40995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18105" y="5102986"/>
              <a:ext cx="2743581" cy="4099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56760" y="5102986"/>
              <a:ext cx="1706626" cy="40995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354835" y="1930907"/>
              <a:ext cx="3192780" cy="563880"/>
            </a:xfrm>
            <a:custGeom>
              <a:avLst/>
              <a:gdLst/>
              <a:ahLst/>
              <a:cxnLst/>
              <a:rect l="l" t="t" r="r" b="b"/>
              <a:pathLst>
                <a:path w="3192779" h="563880">
                  <a:moveTo>
                    <a:pt x="72643" y="563626"/>
                  </a:moveTo>
                  <a:lnTo>
                    <a:pt x="0" y="563626"/>
                  </a:lnTo>
                  <a:lnTo>
                    <a:pt x="0" y="563879"/>
                  </a:lnTo>
                  <a:lnTo>
                    <a:pt x="72516" y="563879"/>
                  </a:lnTo>
                  <a:lnTo>
                    <a:pt x="72643" y="563626"/>
                  </a:lnTo>
                  <a:close/>
                </a:path>
                <a:path w="3192779" h="563880">
                  <a:moveTo>
                    <a:pt x="3052826" y="563626"/>
                  </a:moveTo>
                  <a:lnTo>
                    <a:pt x="2980309" y="563626"/>
                  </a:lnTo>
                  <a:lnTo>
                    <a:pt x="2980309" y="563879"/>
                  </a:lnTo>
                  <a:lnTo>
                    <a:pt x="3052826" y="563879"/>
                  </a:lnTo>
                  <a:lnTo>
                    <a:pt x="3052826" y="563626"/>
                  </a:lnTo>
                  <a:close/>
                </a:path>
                <a:path w="3192779" h="563880">
                  <a:moveTo>
                    <a:pt x="139953" y="253"/>
                  </a:moveTo>
                  <a:lnTo>
                    <a:pt x="0" y="253"/>
                  </a:lnTo>
                  <a:lnTo>
                    <a:pt x="0" y="563626"/>
                  </a:lnTo>
                  <a:lnTo>
                    <a:pt x="139953" y="253"/>
                  </a:lnTo>
                  <a:close/>
                </a:path>
                <a:path w="3192779" h="563880">
                  <a:moveTo>
                    <a:pt x="3120136" y="253"/>
                  </a:moveTo>
                  <a:lnTo>
                    <a:pt x="212470" y="253"/>
                  </a:lnTo>
                  <a:lnTo>
                    <a:pt x="72643" y="563626"/>
                  </a:lnTo>
                  <a:lnTo>
                    <a:pt x="2980309" y="563626"/>
                  </a:lnTo>
                  <a:lnTo>
                    <a:pt x="3120136" y="253"/>
                  </a:lnTo>
                  <a:close/>
                </a:path>
                <a:path w="3192779" h="563880">
                  <a:moveTo>
                    <a:pt x="3192779" y="253"/>
                  </a:moveTo>
                  <a:lnTo>
                    <a:pt x="3052826" y="563626"/>
                  </a:lnTo>
                  <a:lnTo>
                    <a:pt x="3192779" y="563626"/>
                  </a:lnTo>
                  <a:lnTo>
                    <a:pt x="3192779" y="253"/>
                  </a:lnTo>
                  <a:close/>
                </a:path>
                <a:path w="3192779" h="563880">
                  <a:moveTo>
                    <a:pt x="212470" y="0"/>
                  </a:moveTo>
                  <a:lnTo>
                    <a:pt x="139953" y="0"/>
                  </a:lnTo>
                  <a:lnTo>
                    <a:pt x="139953" y="253"/>
                  </a:lnTo>
                  <a:lnTo>
                    <a:pt x="212470" y="253"/>
                  </a:lnTo>
                  <a:lnTo>
                    <a:pt x="212470" y="0"/>
                  </a:lnTo>
                  <a:close/>
                </a:path>
                <a:path w="3192779" h="563880">
                  <a:moveTo>
                    <a:pt x="3192779" y="0"/>
                  </a:moveTo>
                  <a:lnTo>
                    <a:pt x="3120263" y="0"/>
                  </a:lnTo>
                  <a:lnTo>
                    <a:pt x="3120136" y="253"/>
                  </a:lnTo>
                  <a:lnTo>
                    <a:pt x="3192779" y="253"/>
                  </a:lnTo>
                  <a:lnTo>
                    <a:pt x="3192779" y="0"/>
                  </a:lnTo>
                  <a:close/>
                </a:path>
              </a:pathLst>
            </a:custGeom>
            <a:solidFill>
              <a:srgbClr val="EBBD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46275" y="1931542"/>
              <a:ext cx="3196208" cy="5135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9721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427988" y="1935479"/>
            <a:ext cx="9455150" cy="4197350"/>
            <a:chOff x="1427988" y="1935479"/>
            <a:chExt cx="9455150" cy="4197350"/>
          </a:xfrm>
        </p:grpSpPr>
        <p:sp>
          <p:nvSpPr>
            <p:cNvPr id="7" name="object 7"/>
            <p:cNvSpPr/>
            <p:nvPr/>
          </p:nvSpPr>
          <p:spPr>
            <a:xfrm>
              <a:off x="1434084" y="1935479"/>
              <a:ext cx="3191510" cy="563880"/>
            </a:xfrm>
            <a:custGeom>
              <a:avLst/>
              <a:gdLst/>
              <a:ahLst/>
              <a:cxnLst/>
              <a:rect l="l" t="t" r="r" b="b"/>
              <a:pathLst>
                <a:path w="3191510" h="563880">
                  <a:moveTo>
                    <a:pt x="72516" y="563626"/>
                  </a:moveTo>
                  <a:lnTo>
                    <a:pt x="0" y="563626"/>
                  </a:lnTo>
                  <a:lnTo>
                    <a:pt x="0" y="563880"/>
                  </a:lnTo>
                  <a:lnTo>
                    <a:pt x="72516" y="563880"/>
                  </a:lnTo>
                  <a:lnTo>
                    <a:pt x="72516" y="563626"/>
                  </a:lnTo>
                  <a:close/>
                </a:path>
                <a:path w="3191510" h="563880">
                  <a:moveTo>
                    <a:pt x="3051429" y="563626"/>
                  </a:moveTo>
                  <a:lnTo>
                    <a:pt x="2978912" y="563626"/>
                  </a:lnTo>
                  <a:lnTo>
                    <a:pt x="2978785" y="563880"/>
                  </a:lnTo>
                  <a:lnTo>
                    <a:pt x="3051302" y="563880"/>
                  </a:lnTo>
                  <a:lnTo>
                    <a:pt x="3051429" y="563626"/>
                  </a:lnTo>
                  <a:close/>
                </a:path>
                <a:path w="3191510" h="563880">
                  <a:moveTo>
                    <a:pt x="139827" y="254"/>
                  </a:moveTo>
                  <a:lnTo>
                    <a:pt x="0" y="254"/>
                  </a:lnTo>
                  <a:lnTo>
                    <a:pt x="0" y="563626"/>
                  </a:lnTo>
                  <a:lnTo>
                    <a:pt x="139827" y="254"/>
                  </a:lnTo>
                  <a:close/>
                </a:path>
                <a:path w="3191510" h="563880">
                  <a:moveTo>
                    <a:pt x="3118739" y="254"/>
                  </a:moveTo>
                  <a:lnTo>
                    <a:pt x="212343" y="254"/>
                  </a:lnTo>
                  <a:lnTo>
                    <a:pt x="72516" y="563626"/>
                  </a:lnTo>
                  <a:lnTo>
                    <a:pt x="2978912" y="563626"/>
                  </a:lnTo>
                  <a:lnTo>
                    <a:pt x="3118739" y="254"/>
                  </a:lnTo>
                  <a:close/>
                </a:path>
                <a:path w="3191510" h="563880">
                  <a:moveTo>
                    <a:pt x="3191255" y="254"/>
                  </a:moveTo>
                  <a:lnTo>
                    <a:pt x="3051429" y="563626"/>
                  </a:lnTo>
                  <a:lnTo>
                    <a:pt x="3191255" y="563626"/>
                  </a:lnTo>
                  <a:lnTo>
                    <a:pt x="3191255" y="254"/>
                  </a:lnTo>
                  <a:close/>
                </a:path>
                <a:path w="3191510" h="563880">
                  <a:moveTo>
                    <a:pt x="212471" y="0"/>
                  </a:moveTo>
                  <a:lnTo>
                    <a:pt x="139953" y="0"/>
                  </a:lnTo>
                  <a:lnTo>
                    <a:pt x="139827" y="254"/>
                  </a:lnTo>
                  <a:lnTo>
                    <a:pt x="212343" y="254"/>
                  </a:lnTo>
                  <a:lnTo>
                    <a:pt x="212471" y="0"/>
                  </a:lnTo>
                  <a:close/>
                </a:path>
                <a:path w="3191510" h="563880">
                  <a:moveTo>
                    <a:pt x="3191255" y="0"/>
                  </a:moveTo>
                  <a:lnTo>
                    <a:pt x="3118739" y="0"/>
                  </a:lnTo>
                  <a:lnTo>
                    <a:pt x="3118739" y="254"/>
                  </a:lnTo>
                  <a:lnTo>
                    <a:pt x="3191255" y="254"/>
                  </a:lnTo>
                  <a:lnTo>
                    <a:pt x="3191255" y="0"/>
                  </a:lnTo>
                  <a:close/>
                </a:path>
              </a:pathLst>
            </a:custGeom>
            <a:solidFill>
              <a:srgbClr val="EBBD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889" y="1936368"/>
              <a:ext cx="3196463" cy="5135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34084" y="2496311"/>
              <a:ext cx="9443085" cy="3630295"/>
            </a:xfrm>
            <a:custGeom>
              <a:avLst/>
              <a:gdLst/>
              <a:ahLst/>
              <a:cxnLst/>
              <a:rect l="l" t="t" r="r" b="b"/>
              <a:pathLst>
                <a:path w="9443085" h="3630295">
                  <a:moveTo>
                    <a:pt x="0" y="3630167"/>
                  </a:moveTo>
                  <a:lnTo>
                    <a:pt x="9442704" y="3630167"/>
                  </a:lnTo>
                  <a:lnTo>
                    <a:pt x="9442704" y="0"/>
                  </a:lnTo>
                  <a:lnTo>
                    <a:pt x="0" y="0"/>
                  </a:lnTo>
                  <a:lnTo>
                    <a:pt x="0" y="3630167"/>
                  </a:lnTo>
                  <a:close/>
                </a:path>
              </a:pathLst>
            </a:custGeom>
            <a:ln w="12191">
              <a:solidFill>
                <a:srgbClr val="EBBD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82852" y="3188207"/>
              <a:ext cx="9394190" cy="0"/>
            </a:xfrm>
            <a:custGeom>
              <a:avLst/>
              <a:gdLst/>
              <a:ahLst/>
              <a:cxnLst/>
              <a:rect l="l" t="t" r="r" b="b"/>
              <a:pathLst>
                <a:path w="9394190">
                  <a:moveTo>
                    <a:pt x="9393936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BBD8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4038" y="2586812"/>
              <a:ext cx="415137" cy="4925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1556" y="2586812"/>
              <a:ext cx="728471" cy="4925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45792" y="2586812"/>
              <a:ext cx="2185797" cy="4925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67226" y="2586812"/>
              <a:ext cx="728472" cy="4925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31461" y="2586812"/>
              <a:ext cx="2919476" cy="4925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86066" y="2586812"/>
              <a:ext cx="728472" cy="4925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50303" y="2586812"/>
              <a:ext cx="1588134" cy="4925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11489" y="2586812"/>
              <a:ext cx="1461007" cy="4925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08530" y="3644519"/>
              <a:ext cx="914400" cy="4099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8130" y="3644519"/>
              <a:ext cx="914857" cy="40995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28111" y="3644519"/>
              <a:ext cx="609600" cy="4099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32911" y="3644519"/>
              <a:ext cx="1198435" cy="40995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68291" y="3644519"/>
              <a:ext cx="1027963" cy="40995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34760" y="3644519"/>
              <a:ext cx="807719" cy="40995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47992" y="3644519"/>
              <a:ext cx="485648" cy="40995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80809" y="3644519"/>
              <a:ext cx="1435480" cy="40995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304021" y="3644519"/>
              <a:ext cx="347472" cy="40995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477757" y="3644519"/>
              <a:ext cx="316992" cy="40995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208530" y="4376292"/>
              <a:ext cx="914400" cy="4099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18130" y="4376292"/>
              <a:ext cx="3048635" cy="40995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561965" y="4376292"/>
              <a:ext cx="1022350" cy="40995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503797" y="4376292"/>
              <a:ext cx="1058265" cy="40995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478014" y="4376292"/>
              <a:ext cx="1047902" cy="40995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418321" y="4376292"/>
              <a:ext cx="1681226" cy="4099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208530" y="5107889"/>
              <a:ext cx="2743581" cy="4102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647311" y="5107889"/>
              <a:ext cx="1141171" cy="4102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712841" y="5107889"/>
              <a:ext cx="1047902" cy="4102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653148" y="5107889"/>
              <a:ext cx="885507" cy="4102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9721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379219" y="1915667"/>
            <a:ext cx="9456420" cy="4196080"/>
            <a:chOff x="1379219" y="1915667"/>
            <a:chExt cx="9456420" cy="4196080"/>
          </a:xfrm>
        </p:grpSpPr>
        <p:sp>
          <p:nvSpPr>
            <p:cNvPr id="7" name="object 7"/>
            <p:cNvSpPr/>
            <p:nvPr/>
          </p:nvSpPr>
          <p:spPr>
            <a:xfrm>
              <a:off x="1385315" y="2476499"/>
              <a:ext cx="9444355" cy="3629025"/>
            </a:xfrm>
            <a:custGeom>
              <a:avLst/>
              <a:gdLst/>
              <a:ahLst/>
              <a:cxnLst/>
              <a:rect l="l" t="t" r="r" b="b"/>
              <a:pathLst>
                <a:path w="9444355" h="3629025">
                  <a:moveTo>
                    <a:pt x="0" y="3628644"/>
                  </a:moveTo>
                  <a:lnTo>
                    <a:pt x="9444228" y="3628644"/>
                  </a:lnTo>
                  <a:lnTo>
                    <a:pt x="9444228" y="0"/>
                  </a:lnTo>
                  <a:lnTo>
                    <a:pt x="0" y="0"/>
                  </a:lnTo>
                  <a:lnTo>
                    <a:pt x="0" y="3628644"/>
                  </a:lnTo>
                  <a:close/>
                </a:path>
              </a:pathLst>
            </a:custGeom>
            <a:ln w="12192">
              <a:solidFill>
                <a:srgbClr val="EBBD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35607" y="3168395"/>
              <a:ext cx="9394190" cy="0"/>
            </a:xfrm>
            <a:custGeom>
              <a:avLst/>
              <a:gdLst/>
              <a:ahLst/>
              <a:cxnLst/>
              <a:rect l="l" t="t" r="r" b="b"/>
              <a:pathLst>
                <a:path w="9394190">
                  <a:moveTo>
                    <a:pt x="9393936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BBD8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6412" y="2567050"/>
              <a:ext cx="414527" cy="49225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3676" y="2567050"/>
              <a:ext cx="729081" cy="49225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8293" y="2567050"/>
              <a:ext cx="4008628" cy="49225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42431" y="2567050"/>
              <a:ext cx="731520" cy="4922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8191" y="2567050"/>
              <a:ext cx="4381500" cy="49225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13915" y="3606038"/>
              <a:ext cx="914399" cy="4099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23516" y="3606038"/>
              <a:ext cx="914857" cy="4099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33369" y="3606038"/>
              <a:ext cx="609600" cy="4099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38169" y="3606038"/>
              <a:ext cx="646937" cy="4099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69462" y="3606038"/>
              <a:ext cx="633984" cy="4099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44949" y="3606038"/>
              <a:ext cx="362712" cy="4099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93362" y="3606038"/>
              <a:ext cx="765810" cy="40995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73447" y="3606038"/>
              <a:ext cx="994867" cy="4099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71083" y="3606038"/>
              <a:ext cx="1081608" cy="40995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13915" y="4337938"/>
              <a:ext cx="3963035" cy="40995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72150" y="4337938"/>
              <a:ext cx="1765935" cy="40995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79030" y="4337938"/>
              <a:ext cx="1549780" cy="40995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439276" y="4337938"/>
              <a:ext cx="799185" cy="40995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170797" y="4337938"/>
              <a:ext cx="377951" cy="40995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427210" y="4337938"/>
              <a:ext cx="868679" cy="40995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13915" y="5069458"/>
              <a:ext cx="1524381" cy="40995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833369" y="5069458"/>
              <a:ext cx="1524000" cy="40995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52569" y="5069458"/>
              <a:ext cx="1255102" cy="40995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385315" y="1915667"/>
              <a:ext cx="3192780" cy="563880"/>
            </a:xfrm>
            <a:custGeom>
              <a:avLst/>
              <a:gdLst/>
              <a:ahLst/>
              <a:cxnLst/>
              <a:rect l="l" t="t" r="r" b="b"/>
              <a:pathLst>
                <a:path w="3192779" h="563880">
                  <a:moveTo>
                    <a:pt x="72643" y="563626"/>
                  </a:moveTo>
                  <a:lnTo>
                    <a:pt x="0" y="563626"/>
                  </a:lnTo>
                  <a:lnTo>
                    <a:pt x="0" y="563880"/>
                  </a:lnTo>
                  <a:lnTo>
                    <a:pt x="72517" y="563880"/>
                  </a:lnTo>
                  <a:lnTo>
                    <a:pt x="72643" y="563626"/>
                  </a:lnTo>
                  <a:close/>
                </a:path>
                <a:path w="3192779" h="563880">
                  <a:moveTo>
                    <a:pt x="3052826" y="563626"/>
                  </a:moveTo>
                  <a:lnTo>
                    <a:pt x="2980309" y="563626"/>
                  </a:lnTo>
                  <a:lnTo>
                    <a:pt x="2980309" y="563880"/>
                  </a:lnTo>
                  <a:lnTo>
                    <a:pt x="3052826" y="563880"/>
                  </a:lnTo>
                  <a:lnTo>
                    <a:pt x="3052826" y="563626"/>
                  </a:lnTo>
                  <a:close/>
                </a:path>
                <a:path w="3192779" h="563880">
                  <a:moveTo>
                    <a:pt x="139953" y="254"/>
                  </a:moveTo>
                  <a:lnTo>
                    <a:pt x="0" y="254"/>
                  </a:lnTo>
                  <a:lnTo>
                    <a:pt x="0" y="563626"/>
                  </a:lnTo>
                  <a:lnTo>
                    <a:pt x="139953" y="254"/>
                  </a:lnTo>
                  <a:close/>
                </a:path>
                <a:path w="3192779" h="563880">
                  <a:moveTo>
                    <a:pt x="3120136" y="254"/>
                  </a:moveTo>
                  <a:lnTo>
                    <a:pt x="212471" y="254"/>
                  </a:lnTo>
                  <a:lnTo>
                    <a:pt x="72643" y="563626"/>
                  </a:lnTo>
                  <a:lnTo>
                    <a:pt x="2980309" y="563626"/>
                  </a:lnTo>
                  <a:lnTo>
                    <a:pt x="3120136" y="254"/>
                  </a:lnTo>
                  <a:close/>
                </a:path>
                <a:path w="3192779" h="563880">
                  <a:moveTo>
                    <a:pt x="3192780" y="254"/>
                  </a:moveTo>
                  <a:lnTo>
                    <a:pt x="3052826" y="563626"/>
                  </a:lnTo>
                  <a:lnTo>
                    <a:pt x="3192780" y="563626"/>
                  </a:lnTo>
                  <a:lnTo>
                    <a:pt x="3192780" y="254"/>
                  </a:lnTo>
                  <a:close/>
                </a:path>
                <a:path w="3192779" h="563880">
                  <a:moveTo>
                    <a:pt x="212471" y="0"/>
                  </a:moveTo>
                  <a:lnTo>
                    <a:pt x="139953" y="0"/>
                  </a:lnTo>
                  <a:lnTo>
                    <a:pt x="139953" y="254"/>
                  </a:lnTo>
                  <a:lnTo>
                    <a:pt x="212471" y="254"/>
                  </a:lnTo>
                  <a:lnTo>
                    <a:pt x="212471" y="0"/>
                  </a:lnTo>
                  <a:close/>
                </a:path>
                <a:path w="3192779" h="563880">
                  <a:moveTo>
                    <a:pt x="3192780" y="0"/>
                  </a:moveTo>
                  <a:lnTo>
                    <a:pt x="3120263" y="0"/>
                  </a:lnTo>
                  <a:lnTo>
                    <a:pt x="3120136" y="254"/>
                  </a:lnTo>
                  <a:lnTo>
                    <a:pt x="3192780" y="254"/>
                  </a:lnTo>
                  <a:lnTo>
                    <a:pt x="3192780" y="0"/>
                  </a:lnTo>
                  <a:close/>
                </a:path>
              </a:pathLst>
            </a:custGeom>
            <a:solidFill>
              <a:srgbClr val="EBBD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77390" y="1915921"/>
              <a:ext cx="3196209" cy="5135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9721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281683" y="1943100"/>
            <a:ext cx="9455150" cy="4197350"/>
            <a:chOff x="1281683" y="1943100"/>
            <a:chExt cx="9455150" cy="4197350"/>
          </a:xfrm>
        </p:grpSpPr>
        <p:sp>
          <p:nvSpPr>
            <p:cNvPr id="7" name="object 7"/>
            <p:cNvSpPr/>
            <p:nvPr/>
          </p:nvSpPr>
          <p:spPr>
            <a:xfrm>
              <a:off x="1287779" y="2503931"/>
              <a:ext cx="9443085" cy="3630295"/>
            </a:xfrm>
            <a:custGeom>
              <a:avLst/>
              <a:gdLst/>
              <a:ahLst/>
              <a:cxnLst/>
              <a:rect l="l" t="t" r="r" b="b"/>
              <a:pathLst>
                <a:path w="9443085" h="3630295">
                  <a:moveTo>
                    <a:pt x="0" y="3630167"/>
                  </a:moveTo>
                  <a:lnTo>
                    <a:pt x="9442704" y="3630167"/>
                  </a:lnTo>
                  <a:lnTo>
                    <a:pt x="9442704" y="0"/>
                  </a:lnTo>
                  <a:lnTo>
                    <a:pt x="0" y="0"/>
                  </a:lnTo>
                  <a:lnTo>
                    <a:pt x="0" y="3630167"/>
                  </a:lnTo>
                  <a:close/>
                </a:path>
              </a:pathLst>
            </a:custGeom>
            <a:ln w="12191">
              <a:solidFill>
                <a:srgbClr val="EBBD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36547" y="3197352"/>
              <a:ext cx="9394190" cy="0"/>
            </a:xfrm>
            <a:custGeom>
              <a:avLst/>
              <a:gdLst/>
              <a:ahLst/>
              <a:cxnLst/>
              <a:rect l="l" t="t" r="r" b="b"/>
              <a:pathLst>
                <a:path w="9394190">
                  <a:moveTo>
                    <a:pt x="9393936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BBD8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7987" y="2594813"/>
              <a:ext cx="414527" cy="49255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5251" y="2594813"/>
              <a:ext cx="728472" cy="4925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9487" y="2594813"/>
              <a:ext cx="4008882" cy="4925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44006" y="2594813"/>
              <a:ext cx="731520" cy="4925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9767" y="2594813"/>
              <a:ext cx="4381500" cy="4925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19300" y="3634485"/>
              <a:ext cx="914400" cy="4099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28900" y="3634485"/>
              <a:ext cx="914400" cy="4099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38500" y="3634485"/>
              <a:ext cx="609600" cy="4099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43300" y="3634485"/>
              <a:ext cx="885507" cy="4099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48226" y="3634485"/>
              <a:ext cx="766063" cy="4099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88305" y="3634485"/>
              <a:ext cx="925372" cy="4099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26505" y="3634485"/>
              <a:ext cx="486054" cy="40995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58179" y="3634485"/>
              <a:ext cx="762000" cy="4099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19300" y="4365701"/>
              <a:ext cx="3048380" cy="4102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62754" y="4365701"/>
              <a:ext cx="1173911" cy="4102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858891" y="4365701"/>
              <a:ext cx="1047902" cy="4102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019300" y="5097779"/>
              <a:ext cx="3353180" cy="40995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67554" y="5097779"/>
              <a:ext cx="1141171" cy="40995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33211" y="5097779"/>
              <a:ext cx="1047902" cy="40995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73518" y="5097779"/>
              <a:ext cx="1006348" cy="40995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287779" y="1943100"/>
              <a:ext cx="3191510" cy="563880"/>
            </a:xfrm>
            <a:custGeom>
              <a:avLst/>
              <a:gdLst/>
              <a:ahLst/>
              <a:cxnLst/>
              <a:rect l="l" t="t" r="r" b="b"/>
              <a:pathLst>
                <a:path w="3191510" h="563880">
                  <a:moveTo>
                    <a:pt x="72516" y="563626"/>
                  </a:moveTo>
                  <a:lnTo>
                    <a:pt x="0" y="563626"/>
                  </a:lnTo>
                  <a:lnTo>
                    <a:pt x="0" y="563879"/>
                  </a:lnTo>
                  <a:lnTo>
                    <a:pt x="72516" y="563879"/>
                  </a:lnTo>
                  <a:lnTo>
                    <a:pt x="72516" y="563626"/>
                  </a:lnTo>
                  <a:close/>
                </a:path>
                <a:path w="3191510" h="563880">
                  <a:moveTo>
                    <a:pt x="3051429" y="563626"/>
                  </a:moveTo>
                  <a:lnTo>
                    <a:pt x="2978911" y="563626"/>
                  </a:lnTo>
                  <a:lnTo>
                    <a:pt x="2978785" y="563879"/>
                  </a:lnTo>
                  <a:lnTo>
                    <a:pt x="3051302" y="563879"/>
                  </a:lnTo>
                  <a:lnTo>
                    <a:pt x="3051429" y="563626"/>
                  </a:lnTo>
                  <a:close/>
                </a:path>
                <a:path w="3191510" h="563880">
                  <a:moveTo>
                    <a:pt x="139826" y="253"/>
                  </a:moveTo>
                  <a:lnTo>
                    <a:pt x="0" y="253"/>
                  </a:lnTo>
                  <a:lnTo>
                    <a:pt x="0" y="563626"/>
                  </a:lnTo>
                  <a:lnTo>
                    <a:pt x="139826" y="253"/>
                  </a:lnTo>
                  <a:close/>
                </a:path>
                <a:path w="3191510" h="563880">
                  <a:moveTo>
                    <a:pt x="3118739" y="253"/>
                  </a:moveTo>
                  <a:lnTo>
                    <a:pt x="212344" y="253"/>
                  </a:lnTo>
                  <a:lnTo>
                    <a:pt x="72516" y="563626"/>
                  </a:lnTo>
                  <a:lnTo>
                    <a:pt x="2978911" y="563626"/>
                  </a:lnTo>
                  <a:lnTo>
                    <a:pt x="3118739" y="253"/>
                  </a:lnTo>
                  <a:close/>
                </a:path>
                <a:path w="3191510" h="563880">
                  <a:moveTo>
                    <a:pt x="3191256" y="253"/>
                  </a:moveTo>
                  <a:lnTo>
                    <a:pt x="3051429" y="563626"/>
                  </a:lnTo>
                  <a:lnTo>
                    <a:pt x="3191256" y="563626"/>
                  </a:lnTo>
                  <a:lnTo>
                    <a:pt x="3191256" y="253"/>
                  </a:lnTo>
                  <a:close/>
                </a:path>
                <a:path w="3191510" h="563880">
                  <a:moveTo>
                    <a:pt x="212470" y="0"/>
                  </a:moveTo>
                  <a:lnTo>
                    <a:pt x="139953" y="0"/>
                  </a:lnTo>
                  <a:lnTo>
                    <a:pt x="139826" y="253"/>
                  </a:lnTo>
                  <a:lnTo>
                    <a:pt x="212344" y="253"/>
                  </a:lnTo>
                  <a:lnTo>
                    <a:pt x="212470" y="0"/>
                  </a:lnTo>
                  <a:close/>
                </a:path>
                <a:path w="3191510" h="563880">
                  <a:moveTo>
                    <a:pt x="3191256" y="0"/>
                  </a:moveTo>
                  <a:lnTo>
                    <a:pt x="3118739" y="0"/>
                  </a:lnTo>
                  <a:lnTo>
                    <a:pt x="3118739" y="253"/>
                  </a:lnTo>
                  <a:lnTo>
                    <a:pt x="3191256" y="253"/>
                  </a:lnTo>
                  <a:lnTo>
                    <a:pt x="3191256" y="0"/>
                  </a:lnTo>
                  <a:close/>
                </a:path>
              </a:pathLst>
            </a:custGeom>
            <a:solidFill>
              <a:srgbClr val="EBBD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78965" y="1944370"/>
              <a:ext cx="3196209" cy="5135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9721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762000" y="1696211"/>
            <a:ext cx="10663555" cy="4727575"/>
            <a:chOff x="762000" y="1696211"/>
            <a:chExt cx="10663555" cy="47275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144" y="1705355"/>
              <a:ext cx="10075164" cy="47091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6572" y="1700783"/>
              <a:ext cx="10084435" cy="4718685"/>
            </a:xfrm>
            <a:custGeom>
              <a:avLst/>
              <a:gdLst/>
              <a:ahLst/>
              <a:cxnLst/>
              <a:rect l="l" t="t" r="r" b="b"/>
              <a:pathLst>
                <a:path w="10084435" h="4718685">
                  <a:moveTo>
                    <a:pt x="0" y="4718304"/>
                  </a:moveTo>
                  <a:lnTo>
                    <a:pt x="10084308" y="4718304"/>
                  </a:lnTo>
                  <a:lnTo>
                    <a:pt x="10084308" y="0"/>
                  </a:lnTo>
                  <a:lnTo>
                    <a:pt x="0" y="0"/>
                  </a:lnTo>
                  <a:lnTo>
                    <a:pt x="0" y="4718304"/>
                  </a:lnTo>
                  <a:close/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4123" y="2685287"/>
              <a:ext cx="5852159" cy="372922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559552" y="2680715"/>
              <a:ext cx="5861685" cy="3738879"/>
            </a:xfrm>
            <a:custGeom>
              <a:avLst/>
              <a:gdLst/>
              <a:ahLst/>
              <a:cxnLst/>
              <a:rect l="l" t="t" r="r" b="b"/>
              <a:pathLst>
                <a:path w="5861684" h="3738879">
                  <a:moveTo>
                    <a:pt x="0" y="3738372"/>
                  </a:moveTo>
                  <a:lnTo>
                    <a:pt x="5861304" y="3738372"/>
                  </a:lnTo>
                  <a:lnTo>
                    <a:pt x="5861304" y="0"/>
                  </a:lnTo>
                  <a:lnTo>
                    <a:pt x="0" y="0"/>
                  </a:lnTo>
                  <a:lnTo>
                    <a:pt x="0" y="3738372"/>
                  </a:lnTo>
                  <a:close/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298950" y="1970785"/>
            <a:ext cx="29721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96667" y="2268601"/>
            <a:ext cx="814705" cy="4003040"/>
            <a:chOff x="2296667" y="2268601"/>
            <a:chExt cx="814705" cy="40030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6667" y="2268601"/>
              <a:ext cx="814425" cy="5882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6667" y="2755976"/>
              <a:ext cx="814425" cy="5885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6667" y="3243656"/>
              <a:ext cx="814425" cy="58856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6667" y="3732022"/>
              <a:ext cx="814425" cy="5882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96667" y="4219397"/>
              <a:ext cx="814425" cy="5885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96667" y="4707636"/>
              <a:ext cx="814425" cy="5882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96667" y="5195316"/>
              <a:ext cx="814425" cy="5882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96667" y="5682691"/>
              <a:ext cx="814425" cy="588568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8359140" y="2040966"/>
            <a:ext cx="2143125" cy="513715"/>
            <a:chOff x="8359140" y="2040966"/>
            <a:chExt cx="2143125" cy="513715"/>
          </a:xfrm>
        </p:grpSpPr>
        <p:sp>
          <p:nvSpPr>
            <p:cNvPr id="13" name="object 13"/>
            <p:cNvSpPr/>
            <p:nvPr/>
          </p:nvSpPr>
          <p:spPr>
            <a:xfrm>
              <a:off x="8359140" y="2045207"/>
              <a:ext cx="2098675" cy="509270"/>
            </a:xfrm>
            <a:custGeom>
              <a:avLst/>
              <a:gdLst/>
              <a:ahLst/>
              <a:cxnLst/>
              <a:rect l="l" t="t" r="r" b="b"/>
              <a:pathLst>
                <a:path w="2098675" h="509269">
                  <a:moveTo>
                    <a:pt x="2098548" y="0"/>
                  </a:moveTo>
                  <a:lnTo>
                    <a:pt x="0" y="0"/>
                  </a:lnTo>
                  <a:lnTo>
                    <a:pt x="0" y="509015"/>
                  </a:lnTo>
                  <a:lnTo>
                    <a:pt x="2098548" y="509015"/>
                  </a:lnTo>
                  <a:lnTo>
                    <a:pt x="2098548" y="0"/>
                  </a:lnTo>
                  <a:close/>
                </a:path>
              </a:pathLst>
            </a:custGeom>
            <a:solidFill>
              <a:srgbClr val="EBBD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80450" y="2040966"/>
              <a:ext cx="1821561" cy="492556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8359140" y="2800223"/>
            <a:ext cx="2143125" cy="513080"/>
            <a:chOff x="8359140" y="2800223"/>
            <a:chExt cx="2143125" cy="513080"/>
          </a:xfrm>
        </p:grpSpPr>
        <p:sp>
          <p:nvSpPr>
            <p:cNvPr id="16" name="object 16"/>
            <p:cNvSpPr/>
            <p:nvPr/>
          </p:nvSpPr>
          <p:spPr>
            <a:xfrm>
              <a:off x="8359140" y="2804160"/>
              <a:ext cx="2098675" cy="509270"/>
            </a:xfrm>
            <a:custGeom>
              <a:avLst/>
              <a:gdLst/>
              <a:ahLst/>
              <a:cxnLst/>
              <a:rect l="l" t="t" r="r" b="b"/>
              <a:pathLst>
                <a:path w="2098675" h="509270">
                  <a:moveTo>
                    <a:pt x="2098548" y="0"/>
                  </a:moveTo>
                  <a:lnTo>
                    <a:pt x="0" y="0"/>
                  </a:lnTo>
                  <a:lnTo>
                    <a:pt x="0" y="509015"/>
                  </a:lnTo>
                  <a:lnTo>
                    <a:pt x="2098548" y="509015"/>
                  </a:lnTo>
                  <a:lnTo>
                    <a:pt x="2098548" y="0"/>
                  </a:lnTo>
                  <a:close/>
                </a:path>
              </a:pathLst>
            </a:custGeom>
            <a:solidFill>
              <a:srgbClr val="EBBD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80450" y="2800223"/>
              <a:ext cx="1092707" cy="49225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08922" y="2800223"/>
              <a:ext cx="1093165" cy="492251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8359140" y="3557270"/>
            <a:ext cx="2143125" cy="513715"/>
            <a:chOff x="8359140" y="3557270"/>
            <a:chExt cx="2143125" cy="513715"/>
          </a:xfrm>
        </p:grpSpPr>
        <p:sp>
          <p:nvSpPr>
            <p:cNvPr id="20" name="object 20"/>
            <p:cNvSpPr/>
            <p:nvPr/>
          </p:nvSpPr>
          <p:spPr>
            <a:xfrm>
              <a:off x="8359140" y="3561588"/>
              <a:ext cx="2098675" cy="509270"/>
            </a:xfrm>
            <a:custGeom>
              <a:avLst/>
              <a:gdLst/>
              <a:ahLst/>
              <a:cxnLst/>
              <a:rect l="l" t="t" r="r" b="b"/>
              <a:pathLst>
                <a:path w="2098675" h="509270">
                  <a:moveTo>
                    <a:pt x="2098548" y="0"/>
                  </a:moveTo>
                  <a:lnTo>
                    <a:pt x="0" y="0"/>
                  </a:lnTo>
                  <a:lnTo>
                    <a:pt x="0" y="509016"/>
                  </a:lnTo>
                  <a:lnTo>
                    <a:pt x="2098548" y="509016"/>
                  </a:lnTo>
                  <a:lnTo>
                    <a:pt x="2098548" y="0"/>
                  </a:lnTo>
                  <a:close/>
                </a:path>
              </a:pathLst>
            </a:custGeom>
            <a:solidFill>
              <a:srgbClr val="EBBD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80450" y="3557270"/>
              <a:ext cx="1821561" cy="492251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8359140" y="4314444"/>
            <a:ext cx="2143125" cy="512445"/>
            <a:chOff x="8359140" y="4314444"/>
            <a:chExt cx="2143125" cy="512445"/>
          </a:xfrm>
        </p:grpSpPr>
        <p:sp>
          <p:nvSpPr>
            <p:cNvPr id="23" name="object 23"/>
            <p:cNvSpPr/>
            <p:nvPr/>
          </p:nvSpPr>
          <p:spPr>
            <a:xfrm>
              <a:off x="8359140" y="4317492"/>
              <a:ext cx="2098675" cy="509270"/>
            </a:xfrm>
            <a:custGeom>
              <a:avLst/>
              <a:gdLst/>
              <a:ahLst/>
              <a:cxnLst/>
              <a:rect l="l" t="t" r="r" b="b"/>
              <a:pathLst>
                <a:path w="2098675" h="509270">
                  <a:moveTo>
                    <a:pt x="2098548" y="0"/>
                  </a:moveTo>
                  <a:lnTo>
                    <a:pt x="0" y="0"/>
                  </a:lnTo>
                  <a:lnTo>
                    <a:pt x="0" y="509016"/>
                  </a:lnTo>
                  <a:lnTo>
                    <a:pt x="2098548" y="509016"/>
                  </a:lnTo>
                  <a:lnTo>
                    <a:pt x="2098548" y="0"/>
                  </a:lnTo>
                  <a:close/>
                </a:path>
              </a:pathLst>
            </a:custGeom>
            <a:solidFill>
              <a:srgbClr val="EBBD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680450" y="4314444"/>
              <a:ext cx="1821561" cy="492251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8359140" y="5071617"/>
            <a:ext cx="2326005" cy="512445"/>
            <a:chOff x="8359140" y="5071617"/>
            <a:chExt cx="2326005" cy="512445"/>
          </a:xfrm>
        </p:grpSpPr>
        <p:sp>
          <p:nvSpPr>
            <p:cNvPr id="26" name="object 26"/>
            <p:cNvSpPr/>
            <p:nvPr/>
          </p:nvSpPr>
          <p:spPr>
            <a:xfrm>
              <a:off x="8359140" y="5074919"/>
              <a:ext cx="2098675" cy="509270"/>
            </a:xfrm>
            <a:custGeom>
              <a:avLst/>
              <a:gdLst/>
              <a:ahLst/>
              <a:cxnLst/>
              <a:rect l="l" t="t" r="r" b="b"/>
              <a:pathLst>
                <a:path w="2098675" h="509270">
                  <a:moveTo>
                    <a:pt x="2098548" y="0"/>
                  </a:moveTo>
                  <a:lnTo>
                    <a:pt x="0" y="0"/>
                  </a:lnTo>
                  <a:lnTo>
                    <a:pt x="0" y="509015"/>
                  </a:lnTo>
                  <a:lnTo>
                    <a:pt x="2098548" y="509015"/>
                  </a:lnTo>
                  <a:lnTo>
                    <a:pt x="2098548" y="0"/>
                  </a:lnTo>
                  <a:close/>
                </a:path>
              </a:pathLst>
            </a:custGeom>
            <a:solidFill>
              <a:srgbClr val="EBBD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99094" y="5071617"/>
              <a:ext cx="2185797" cy="492251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8359140" y="5828690"/>
            <a:ext cx="2098675" cy="513080"/>
            <a:chOff x="8359140" y="5828690"/>
            <a:chExt cx="2098675" cy="513080"/>
          </a:xfrm>
        </p:grpSpPr>
        <p:sp>
          <p:nvSpPr>
            <p:cNvPr id="29" name="object 29"/>
            <p:cNvSpPr/>
            <p:nvPr/>
          </p:nvSpPr>
          <p:spPr>
            <a:xfrm>
              <a:off x="8359140" y="5832347"/>
              <a:ext cx="2098675" cy="509270"/>
            </a:xfrm>
            <a:custGeom>
              <a:avLst/>
              <a:gdLst/>
              <a:ahLst/>
              <a:cxnLst/>
              <a:rect l="l" t="t" r="r" b="b"/>
              <a:pathLst>
                <a:path w="2098675" h="509270">
                  <a:moveTo>
                    <a:pt x="2098548" y="0"/>
                  </a:moveTo>
                  <a:lnTo>
                    <a:pt x="0" y="0"/>
                  </a:lnTo>
                  <a:lnTo>
                    <a:pt x="0" y="509015"/>
                  </a:lnTo>
                  <a:lnTo>
                    <a:pt x="2098548" y="509015"/>
                  </a:lnTo>
                  <a:lnTo>
                    <a:pt x="2098548" y="0"/>
                  </a:lnTo>
                  <a:close/>
                </a:path>
              </a:pathLst>
            </a:custGeom>
            <a:solidFill>
              <a:srgbClr val="EBBD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956294" y="5828690"/>
              <a:ext cx="1133855" cy="492252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3960876" y="2897123"/>
            <a:ext cx="2848610" cy="3918585"/>
            <a:chOff x="3960876" y="2897123"/>
            <a:chExt cx="2848610" cy="3918585"/>
          </a:xfrm>
        </p:grpSpPr>
        <p:sp>
          <p:nvSpPr>
            <p:cNvPr id="32" name="object 32"/>
            <p:cNvSpPr/>
            <p:nvPr/>
          </p:nvSpPr>
          <p:spPr>
            <a:xfrm>
              <a:off x="4084320" y="2900171"/>
              <a:ext cx="2725420" cy="2834640"/>
            </a:xfrm>
            <a:custGeom>
              <a:avLst/>
              <a:gdLst/>
              <a:ahLst/>
              <a:cxnLst/>
              <a:rect l="l" t="t" r="r" b="b"/>
              <a:pathLst>
                <a:path w="2725420" h="2834640">
                  <a:moveTo>
                    <a:pt x="2724912" y="565912"/>
                  </a:moveTo>
                  <a:lnTo>
                    <a:pt x="2718968" y="536536"/>
                  </a:lnTo>
                  <a:lnTo>
                    <a:pt x="2702788" y="512521"/>
                  </a:lnTo>
                  <a:lnTo>
                    <a:pt x="2678773" y="496303"/>
                  </a:lnTo>
                  <a:lnTo>
                    <a:pt x="2649347" y="490347"/>
                  </a:lnTo>
                  <a:lnTo>
                    <a:pt x="2360549" y="490347"/>
                  </a:lnTo>
                  <a:lnTo>
                    <a:pt x="2360549" y="27305"/>
                  </a:lnTo>
                  <a:lnTo>
                    <a:pt x="2075307" y="27305"/>
                  </a:lnTo>
                  <a:lnTo>
                    <a:pt x="2075307" y="490347"/>
                  </a:lnTo>
                  <a:lnTo>
                    <a:pt x="649605" y="490347"/>
                  </a:lnTo>
                  <a:lnTo>
                    <a:pt x="649605" y="0"/>
                  </a:lnTo>
                  <a:lnTo>
                    <a:pt x="364363" y="0"/>
                  </a:lnTo>
                  <a:lnTo>
                    <a:pt x="364363" y="490347"/>
                  </a:lnTo>
                  <a:lnTo>
                    <a:pt x="75565" y="490347"/>
                  </a:lnTo>
                  <a:lnTo>
                    <a:pt x="46126" y="496303"/>
                  </a:lnTo>
                  <a:lnTo>
                    <a:pt x="22110" y="512508"/>
                  </a:lnTo>
                  <a:lnTo>
                    <a:pt x="5930" y="536536"/>
                  </a:lnTo>
                  <a:lnTo>
                    <a:pt x="0" y="565912"/>
                  </a:lnTo>
                  <a:lnTo>
                    <a:pt x="0" y="867918"/>
                  </a:lnTo>
                  <a:lnTo>
                    <a:pt x="635" y="871080"/>
                  </a:lnTo>
                  <a:lnTo>
                    <a:pt x="0" y="881380"/>
                  </a:lnTo>
                  <a:lnTo>
                    <a:pt x="0" y="2443988"/>
                  </a:lnTo>
                  <a:lnTo>
                    <a:pt x="3035" y="2492997"/>
                  </a:lnTo>
                  <a:lnTo>
                    <a:pt x="11925" y="2540190"/>
                  </a:lnTo>
                  <a:lnTo>
                    <a:pt x="26289" y="2585199"/>
                  </a:lnTo>
                  <a:lnTo>
                    <a:pt x="45758" y="2627655"/>
                  </a:lnTo>
                  <a:lnTo>
                    <a:pt x="69977" y="2667190"/>
                  </a:lnTo>
                  <a:lnTo>
                    <a:pt x="98577" y="2703449"/>
                  </a:lnTo>
                  <a:lnTo>
                    <a:pt x="131191" y="2736062"/>
                  </a:lnTo>
                  <a:lnTo>
                    <a:pt x="167449" y="2764663"/>
                  </a:lnTo>
                  <a:lnTo>
                    <a:pt x="206984" y="2788882"/>
                  </a:lnTo>
                  <a:lnTo>
                    <a:pt x="249440" y="2808351"/>
                  </a:lnTo>
                  <a:lnTo>
                    <a:pt x="294449" y="2822714"/>
                  </a:lnTo>
                  <a:lnTo>
                    <a:pt x="341642" y="2831604"/>
                  </a:lnTo>
                  <a:lnTo>
                    <a:pt x="390652" y="2834640"/>
                  </a:lnTo>
                  <a:lnTo>
                    <a:pt x="2334260" y="2834640"/>
                  </a:lnTo>
                  <a:lnTo>
                    <a:pt x="2383256" y="2831604"/>
                  </a:lnTo>
                  <a:lnTo>
                    <a:pt x="2430449" y="2822714"/>
                  </a:lnTo>
                  <a:lnTo>
                    <a:pt x="2475458" y="2808351"/>
                  </a:lnTo>
                  <a:lnTo>
                    <a:pt x="2517914" y="2788882"/>
                  </a:lnTo>
                  <a:lnTo>
                    <a:pt x="2557449" y="2764663"/>
                  </a:lnTo>
                  <a:lnTo>
                    <a:pt x="2593708" y="2736062"/>
                  </a:lnTo>
                  <a:lnTo>
                    <a:pt x="2626322" y="2703449"/>
                  </a:lnTo>
                  <a:lnTo>
                    <a:pt x="2654922" y="2667190"/>
                  </a:lnTo>
                  <a:lnTo>
                    <a:pt x="2679141" y="2627655"/>
                  </a:lnTo>
                  <a:lnTo>
                    <a:pt x="2698610" y="2585199"/>
                  </a:lnTo>
                  <a:lnTo>
                    <a:pt x="2712974" y="2540190"/>
                  </a:lnTo>
                  <a:lnTo>
                    <a:pt x="2721864" y="2492997"/>
                  </a:lnTo>
                  <a:lnTo>
                    <a:pt x="2724912" y="2443988"/>
                  </a:lnTo>
                  <a:lnTo>
                    <a:pt x="2724912" y="881380"/>
                  </a:lnTo>
                  <a:lnTo>
                    <a:pt x="2724264" y="871093"/>
                  </a:lnTo>
                  <a:lnTo>
                    <a:pt x="2724912" y="867918"/>
                  </a:lnTo>
                  <a:lnTo>
                    <a:pt x="2724912" y="56591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960876" y="3387851"/>
              <a:ext cx="2725420" cy="2344420"/>
            </a:xfrm>
            <a:custGeom>
              <a:avLst/>
              <a:gdLst/>
              <a:ahLst/>
              <a:cxnLst/>
              <a:rect l="l" t="t" r="r" b="b"/>
              <a:pathLst>
                <a:path w="2725420" h="2344420">
                  <a:moveTo>
                    <a:pt x="2334260" y="0"/>
                  </a:moveTo>
                  <a:lnTo>
                    <a:pt x="390651" y="0"/>
                  </a:lnTo>
                  <a:lnTo>
                    <a:pt x="341645" y="3043"/>
                  </a:lnTo>
                  <a:lnTo>
                    <a:pt x="294456" y="11929"/>
                  </a:lnTo>
                  <a:lnTo>
                    <a:pt x="249450" y="26292"/>
                  </a:lnTo>
                  <a:lnTo>
                    <a:pt x="206994" y="45766"/>
                  </a:lnTo>
                  <a:lnTo>
                    <a:pt x="167454" y="69985"/>
                  </a:lnTo>
                  <a:lnTo>
                    <a:pt x="131195" y="98584"/>
                  </a:lnTo>
                  <a:lnTo>
                    <a:pt x="98584" y="131195"/>
                  </a:lnTo>
                  <a:lnTo>
                    <a:pt x="69985" y="167454"/>
                  </a:lnTo>
                  <a:lnTo>
                    <a:pt x="45766" y="206994"/>
                  </a:lnTo>
                  <a:lnTo>
                    <a:pt x="26292" y="249450"/>
                  </a:lnTo>
                  <a:lnTo>
                    <a:pt x="11929" y="294456"/>
                  </a:lnTo>
                  <a:lnTo>
                    <a:pt x="3043" y="341645"/>
                  </a:lnTo>
                  <a:lnTo>
                    <a:pt x="0" y="390652"/>
                  </a:lnTo>
                  <a:lnTo>
                    <a:pt x="0" y="1953260"/>
                  </a:lnTo>
                  <a:lnTo>
                    <a:pt x="3043" y="2002266"/>
                  </a:lnTo>
                  <a:lnTo>
                    <a:pt x="11929" y="2049455"/>
                  </a:lnTo>
                  <a:lnTo>
                    <a:pt x="26292" y="2094461"/>
                  </a:lnTo>
                  <a:lnTo>
                    <a:pt x="45766" y="2136917"/>
                  </a:lnTo>
                  <a:lnTo>
                    <a:pt x="69985" y="2176457"/>
                  </a:lnTo>
                  <a:lnTo>
                    <a:pt x="98584" y="2212716"/>
                  </a:lnTo>
                  <a:lnTo>
                    <a:pt x="131195" y="2245327"/>
                  </a:lnTo>
                  <a:lnTo>
                    <a:pt x="167454" y="2273926"/>
                  </a:lnTo>
                  <a:lnTo>
                    <a:pt x="206994" y="2298145"/>
                  </a:lnTo>
                  <a:lnTo>
                    <a:pt x="249450" y="2317619"/>
                  </a:lnTo>
                  <a:lnTo>
                    <a:pt x="294456" y="2331982"/>
                  </a:lnTo>
                  <a:lnTo>
                    <a:pt x="341645" y="2340868"/>
                  </a:lnTo>
                  <a:lnTo>
                    <a:pt x="390651" y="2343912"/>
                  </a:lnTo>
                  <a:lnTo>
                    <a:pt x="2334260" y="2343912"/>
                  </a:lnTo>
                  <a:lnTo>
                    <a:pt x="2383266" y="2340868"/>
                  </a:lnTo>
                  <a:lnTo>
                    <a:pt x="2430455" y="2331982"/>
                  </a:lnTo>
                  <a:lnTo>
                    <a:pt x="2475461" y="2317619"/>
                  </a:lnTo>
                  <a:lnTo>
                    <a:pt x="2517917" y="2298145"/>
                  </a:lnTo>
                  <a:lnTo>
                    <a:pt x="2557457" y="2273926"/>
                  </a:lnTo>
                  <a:lnTo>
                    <a:pt x="2593716" y="2245327"/>
                  </a:lnTo>
                  <a:lnTo>
                    <a:pt x="2626327" y="2212716"/>
                  </a:lnTo>
                  <a:lnTo>
                    <a:pt x="2654926" y="2176457"/>
                  </a:lnTo>
                  <a:lnTo>
                    <a:pt x="2679145" y="2136917"/>
                  </a:lnTo>
                  <a:lnTo>
                    <a:pt x="2698619" y="2094461"/>
                  </a:lnTo>
                  <a:lnTo>
                    <a:pt x="2712982" y="2049455"/>
                  </a:lnTo>
                  <a:lnTo>
                    <a:pt x="2721868" y="2002266"/>
                  </a:lnTo>
                  <a:lnTo>
                    <a:pt x="2724912" y="1953260"/>
                  </a:lnTo>
                  <a:lnTo>
                    <a:pt x="2724912" y="390652"/>
                  </a:lnTo>
                  <a:lnTo>
                    <a:pt x="2721868" y="341645"/>
                  </a:lnTo>
                  <a:lnTo>
                    <a:pt x="2712982" y="294456"/>
                  </a:lnTo>
                  <a:lnTo>
                    <a:pt x="2698619" y="249450"/>
                  </a:lnTo>
                  <a:lnTo>
                    <a:pt x="2679145" y="206994"/>
                  </a:lnTo>
                  <a:lnTo>
                    <a:pt x="2654926" y="167454"/>
                  </a:lnTo>
                  <a:lnTo>
                    <a:pt x="2626327" y="131195"/>
                  </a:lnTo>
                  <a:lnTo>
                    <a:pt x="2593716" y="98584"/>
                  </a:lnTo>
                  <a:lnTo>
                    <a:pt x="2557457" y="69985"/>
                  </a:lnTo>
                  <a:lnTo>
                    <a:pt x="2517917" y="45766"/>
                  </a:lnTo>
                  <a:lnTo>
                    <a:pt x="2475461" y="26292"/>
                  </a:lnTo>
                  <a:lnTo>
                    <a:pt x="2430455" y="11929"/>
                  </a:lnTo>
                  <a:lnTo>
                    <a:pt x="2383266" y="3043"/>
                  </a:lnTo>
                  <a:lnTo>
                    <a:pt x="233426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180332" y="4009643"/>
              <a:ext cx="2286000" cy="675640"/>
            </a:xfrm>
            <a:custGeom>
              <a:avLst/>
              <a:gdLst/>
              <a:ahLst/>
              <a:cxnLst/>
              <a:rect l="l" t="t" r="r" b="b"/>
              <a:pathLst>
                <a:path w="2286000" h="675639">
                  <a:moveTo>
                    <a:pt x="402336" y="445262"/>
                  </a:moveTo>
                  <a:lnTo>
                    <a:pt x="398716" y="427367"/>
                  </a:lnTo>
                  <a:lnTo>
                    <a:pt x="388874" y="412750"/>
                  </a:lnTo>
                  <a:lnTo>
                    <a:pt x="374256" y="402907"/>
                  </a:lnTo>
                  <a:lnTo>
                    <a:pt x="356362" y="399288"/>
                  </a:lnTo>
                  <a:lnTo>
                    <a:pt x="45974" y="399288"/>
                  </a:lnTo>
                  <a:lnTo>
                    <a:pt x="28067" y="402907"/>
                  </a:lnTo>
                  <a:lnTo>
                    <a:pt x="13449" y="412750"/>
                  </a:lnTo>
                  <a:lnTo>
                    <a:pt x="3606" y="427367"/>
                  </a:lnTo>
                  <a:lnTo>
                    <a:pt x="0" y="445262"/>
                  </a:lnTo>
                  <a:lnTo>
                    <a:pt x="0" y="629158"/>
                  </a:lnTo>
                  <a:lnTo>
                    <a:pt x="3606" y="647065"/>
                  </a:lnTo>
                  <a:lnTo>
                    <a:pt x="13462" y="661670"/>
                  </a:lnTo>
                  <a:lnTo>
                    <a:pt x="28067" y="671525"/>
                  </a:lnTo>
                  <a:lnTo>
                    <a:pt x="45974" y="675132"/>
                  </a:lnTo>
                  <a:lnTo>
                    <a:pt x="356362" y="675132"/>
                  </a:lnTo>
                  <a:lnTo>
                    <a:pt x="374256" y="671525"/>
                  </a:lnTo>
                  <a:lnTo>
                    <a:pt x="388874" y="661670"/>
                  </a:lnTo>
                  <a:lnTo>
                    <a:pt x="398716" y="647065"/>
                  </a:lnTo>
                  <a:lnTo>
                    <a:pt x="402336" y="629158"/>
                  </a:lnTo>
                  <a:lnTo>
                    <a:pt x="402336" y="445262"/>
                  </a:lnTo>
                  <a:close/>
                </a:path>
                <a:path w="2286000" h="675639">
                  <a:moveTo>
                    <a:pt x="402336" y="45974"/>
                  </a:moveTo>
                  <a:lnTo>
                    <a:pt x="398716" y="28079"/>
                  </a:lnTo>
                  <a:lnTo>
                    <a:pt x="388874" y="13462"/>
                  </a:lnTo>
                  <a:lnTo>
                    <a:pt x="374256" y="3619"/>
                  </a:lnTo>
                  <a:lnTo>
                    <a:pt x="356362" y="0"/>
                  </a:lnTo>
                  <a:lnTo>
                    <a:pt x="45974" y="0"/>
                  </a:lnTo>
                  <a:lnTo>
                    <a:pt x="28067" y="3619"/>
                  </a:lnTo>
                  <a:lnTo>
                    <a:pt x="13449" y="13462"/>
                  </a:lnTo>
                  <a:lnTo>
                    <a:pt x="3606" y="28079"/>
                  </a:lnTo>
                  <a:lnTo>
                    <a:pt x="0" y="45974"/>
                  </a:lnTo>
                  <a:lnTo>
                    <a:pt x="0" y="229870"/>
                  </a:lnTo>
                  <a:lnTo>
                    <a:pt x="3606" y="247777"/>
                  </a:lnTo>
                  <a:lnTo>
                    <a:pt x="13462" y="262382"/>
                  </a:lnTo>
                  <a:lnTo>
                    <a:pt x="28067" y="272237"/>
                  </a:lnTo>
                  <a:lnTo>
                    <a:pt x="45974" y="275844"/>
                  </a:lnTo>
                  <a:lnTo>
                    <a:pt x="356362" y="275844"/>
                  </a:lnTo>
                  <a:lnTo>
                    <a:pt x="374256" y="272237"/>
                  </a:lnTo>
                  <a:lnTo>
                    <a:pt x="388874" y="262382"/>
                  </a:lnTo>
                  <a:lnTo>
                    <a:pt x="398716" y="247777"/>
                  </a:lnTo>
                  <a:lnTo>
                    <a:pt x="402336" y="229870"/>
                  </a:lnTo>
                  <a:lnTo>
                    <a:pt x="402336" y="45974"/>
                  </a:lnTo>
                  <a:close/>
                </a:path>
                <a:path w="2286000" h="675639">
                  <a:moveTo>
                    <a:pt x="873252" y="445262"/>
                  </a:moveTo>
                  <a:lnTo>
                    <a:pt x="869632" y="427367"/>
                  </a:lnTo>
                  <a:lnTo>
                    <a:pt x="859790" y="412750"/>
                  </a:lnTo>
                  <a:lnTo>
                    <a:pt x="845172" y="402907"/>
                  </a:lnTo>
                  <a:lnTo>
                    <a:pt x="827278" y="399288"/>
                  </a:lnTo>
                  <a:lnTo>
                    <a:pt x="516890" y="399288"/>
                  </a:lnTo>
                  <a:lnTo>
                    <a:pt x="498983" y="402907"/>
                  </a:lnTo>
                  <a:lnTo>
                    <a:pt x="484378" y="412750"/>
                  </a:lnTo>
                  <a:lnTo>
                    <a:pt x="474522" y="427367"/>
                  </a:lnTo>
                  <a:lnTo>
                    <a:pt x="470916" y="445262"/>
                  </a:lnTo>
                  <a:lnTo>
                    <a:pt x="470916" y="629158"/>
                  </a:lnTo>
                  <a:lnTo>
                    <a:pt x="474522" y="647065"/>
                  </a:lnTo>
                  <a:lnTo>
                    <a:pt x="484378" y="661670"/>
                  </a:lnTo>
                  <a:lnTo>
                    <a:pt x="498983" y="671525"/>
                  </a:lnTo>
                  <a:lnTo>
                    <a:pt x="516890" y="675132"/>
                  </a:lnTo>
                  <a:lnTo>
                    <a:pt x="827278" y="675132"/>
                  </a:lnTo>
                  <a:lnTo>
                    <a:pt x="845172" y="671525"/>
                  </a:lnTo>
                  <a:lnTo>
                    <a:pt x="859790" y="661670"/>
                  </a:lnTo>
                  <a:lnTo>
                    <a:pt x="869632" y="647065"/>
                  </a:lnTo>
                  <a:lnTo>
                    <a:pt x="873252" y="629158"/>
                  </a:lnTo>
                  <a:lnTo>
                    <a:pt x="873252" y="445262"/>
                  </a:lnTo>
                  <a:close/>
                </a:path>
                <a:path w="2286000" h="675639">
                  <a:moveTo>
                    <a:pt x="873252" y="45974"/>
                  </a:moveTo>
                  <a:lnTo>
                    <a:pt x="869632" y="28079"/>
                  </a:lnTo>
                  <a:lnTo>
                    <a:pt x="859790" y="13462"/>
                  </a:lnTo>
                  <a:lnTo>
                    <a:pt x="845172" y="3619"/>
                  </a:lnTo>
                  <a:lnTo>
                    <a:pt x="827278" y="0"/>
                  </a:lnTo>
                  <a:lnTo>
                    <a:pt x="516890" y="0"/>
                  </a:lnTo>
                  <a:lnTo>
                    <a:pt x="498983" y="3619"/>
                  </a:lnTo>
                  <a:lnTo>
                    <a:pt x="484378" y="13462"/>
                  </a:lnTo>
                  <a:lnTo>
                    <a:pt x="474522" y="28079"/>
                  </a:lnTo>
                  <a:lnTo>
                    <a:pt x="470916" y="45974"/>
                  </a:lnTo>
                  <a:lnTo>
                    <a:pt x="470916" y="229870"/>
                  </a:lnTo>
                  <a:lnTo>
                    <a:pt x="474522" y="247777"/>
                  </a:lnTo>
                  <a:lnTo>
                    <a:pt x="484378" y="262382"/>
                  </a:lnTo>
                  <a:lnTo>
                    <a:pt x="498983" y="272237"/>
                  </a:lnTo>
                  <a:lnTo>
                    <a:pt x="516890" y="275844"/>
                  </a:lnTo>
                  <a:lnTo>
                    <a:pt x="827278" y="275844"/>
                  </a:lnTo>
                  <a:lnTo>
                    <a:pt x="845172" y="272237"/>
                  </a:lnTo>
                  <a:lnTo>
                    <a:pt x="859790" y="262382"/>
                  </a:lnTo>
                  <a:lnTo>
                    <a:pt x="869632" y="247777"/>
                  </a:lnTo>
                  <a:lnTo>
                    <a:pt x="873252" y="229870"/>
                  </a:lnTo>
                  <a:lnTo>
                    <a:pt x="873252" y="45974"/>
                  </a:lnTo>
                  <a:close/>
                </a:path>
                <a:path w="2286000" h="675639">
                  <a:moveTo>
                    <a:pt x="1344168" y="445262"/>
                  </a:moveTo>
                  <a:lnTo>
                    <a:pt x="1340548" y="427367"/>
                  </a:lnTo>
                  <a:lnTo>
                    <a:pt x="1330706" y="412750"/>
                  </a:lnTo>
                  <a:lnTo>
                    <a:pt x="1316088" y="402907"/>
                  </a:lnTo>
                  <a:lnTo>
                    <a:pt x="1298194" y="399288"/>
                  </a:lnTo>
                  <a:lnTo>
                    <a:pt x="987806" y="399288"/>
                  </a:lnTo>
                  <a:lnTo>
                    <a:pt x="969899" y="402907"/>
                  </a:lnTo>
                  <a:lnTo>
                    <a:pt x="955294" y="412750"/>
                  </a:lnTo>
                  <a:lnTo>
                    <a:pt x="945438" y="427367"/>
                  </a:lnTo>
                  <a:lnTo>
                    <a:pt x="941832" y="445262"/>
                  </a:lnTo>
                  <a:lnTo>
                    <a:pt x="941832" y="629158"/>
                  </a:lnTo>
                  <a:lnTo>
                    <a:pt x="945438" y="647065"/>
                  </a:lnTo>
                  <a:lnTo>
                    <a:pt x="955294" y="661670"/>
                  </a:lnTo>
                  <a:lnTo>
                    <a:pt x="969899" y="671525"/>
                  </a:lnTo>
                  <a:lnTo>
                    <a:pt x="987806" y="675132"/>
                  </a:lnTo>
                  <a:lnTo>
                    <a:pt x="1298194" y="675132"/>
                  </a:lnTo>
                  <a:lnTo>
                    <a:pt x="1316088" y="671525"/>
                  </a:lnTo>
                  <a:lnTo>
                    <a:pt x="1330706" y="661670"/>
                  </a:lnTo>
                  <a:lnTo>
                    <a:pt x="1340548" y="647065"/>
                  </a:lnTo>
                  <a:lnTo>
                    <a:pt x="1344168" y="629158"/>
                  </a:lnTo>
                  <a:lnTo>
                    <a:pt x="1344168" y="445262"/>
                  </a:lnTo>
                  <a:close/>
                </a:path>
                <a:path w="2286000" h="675639">
                  <a:moveTo>
                    <a:pt x="1344168" y="45974"/>
                  </a:moveTo>
                  <a:lnTo>
                    <a:pt x="1340548" y="28079"/>
                  </a:lnTo>
                  <a:lnTo>
                    <a:pt x="1330706" y="13462"/>
                  </a:lnTo>
                  <a:lnTo>
                    <a:pt x="1316088" y="3619"/>
                  </a:lnTo>
                  <a:lnTo>
                    <a:pt x="1298194" y="0"/>
                  </a:lnTo>
                  <a:lnTo>
                    <a:pt x="987806" y="0"/>
                  </a:lnTo>
                  <a:lnTo>
                    <a:pt x="969899" y="3619"/>
                  </a:lnTo>
                  <a:lnTo>
                    <a:pt x="955294" y="13462"/>
                  </a:lnTo>
                  <a:lnTo>
                    <a:pt x="945438" y="28079"/>
                  </a:lnTo>
                  <a:lnTo>
                    <a:pt x="941832" y="45974"/>
                  </a:lnTo>
                  <a:lnTo>
                    <a:pt x="941832" y="229870"/>
                  </a:lnTo>
                  <a:lnTo>
                    <a:pt x="945438" y="247777"/>
                  </a:lnTo>
                  <a:lnTo>
                    <a:pt x="955294" y="262382"/>
                  </a:lnTo>
                  <a:lnTo>
                    <a:pt x="969899" y="272237"/>
                  </a:lnTo>
                  <a:lnTo>
                    <a:pt x="987806" y="275844"/>
                  </a:lnTo>
                  <a:lnTo>
                    <a:pt x="1298194" y="275844"/>
                  </a:lnTo>
                  <a:lnTo>
                    <a:pt x="1316088" y="272237"/>
                  </a:lnTo>
                  <a:lnTo>
                    <a:pt x="1330706" y="262382"/>
                  </a:lnTo>
                  <a:lnTo>
                    <a:pt x="1340548" y="247777"/>
                  </a:lnTo>
                  <a:lnTo>
                    <a:pt x="1344168" y="229870"/>
                  </a:lnTo>
                  <a:lnTo>
                    <a:pt x="1344168" y="45974"/>
                  </a:lnTo>
                  <a:close/>
                </a:path>
                <a:path w="2286000" h="675639">
                  <a:moveTo>
                    <a:pt x="1815084" y="445262"/>
                  </a:moveTo>
                  <a:lnTo>
                    <a:pt x="1811464" y="427367"/>
                  </a:lnTo>
                  <a:lnTo>
                    <a:pt x="1801622" y="412750"/>
                  </a:lnTo>
                  <a:lnTo>
                    <a:pt x="1787004" y="402907"/>
                  </a:lnTo>
                  <a:lnTo>
                    <a:pt x="1769110" y="399288"/>
                  </a:lnTo>
                  <a:lnTo>
                    <a:pt x="1457198" y="399288"/>
                  </a:lnTo>
                  <a:lnTo>
                    <a:pt x="1439291" y="402907"/>
                  </a:lnTo>
                  <a:lnTo>
                    <a:pt x="1424686" y="412750"/>
                  </a:lnTo>
                  <a:lnTo>
                    <a:pt x="1414830" y="427367"/>
                  </a:lnTo>
                  <a:lnTo>
                    <a:pt x="1411224" y="445262"/>
                  </a:lnTo>
                  <a:lnTo>
                    <a:pt x="1411224" y="629158"/>
                  </a:lnTo>
                  <a:lnTo>
                    <a:pt x="1414830" y="647065"/>
                  </a:lnTo>
                  <a:lnTo>
                    <a:pt x="1424686" y="661670"/>
                  </a:lnTo>
                  <a:lnTo>
                    <a:pt x="1439291" y="671525"/>
                  </a:lnTo>
                  <a:lnTo>
                    <a:pt x="1457198" y="675132"/>
                  </a:lnTo>
                  <a:lnTo>
                    <a:pt x="1769110" y="675132"/>
                  </a:lnTo>
                  <a:lnTo>
                    <a:pt x="1787004" y="671525"/>
                  </a:lnTo>
                  <a:lnTo>
                    <a:pt x="1801622" y="661670"/>
                  </a:lnTo>
                  <a:lnTo>
                    <a:pt x="1811464" y="647065"/>
                  </a:lnTo>
                  <a:lnTo>
                    <a:pt x="1815084" y="629158"/>
                  </a:lnTo>
                  <a:lnTo>
                    <a:pt x="1815084" y="445262"/>
                  </a:lnTo>
                  <a:close/>
                </a:path>
                <a:path w="2286000" h="675639">
                  <a:moveTo>
                    <a:pt x="1815084" y="45974"/>
                  </a:moveTo>
                  <a:lnTo>
                    <a:pt x="1811464" y="28079"/>
                  </a:lnTo>
                  <a:lnTo>
                    <a:pt x="1801622" y="13462"/>
                  </a:lnTo>
                  <a:lnTo>
                    <a:pt x="1787004" y="3619"/>
                  </a:lnTo>
                  <a:lnTo>
                    <a:pt x="1769110" y="0"/>
                  </a:lnTo>
                  <a:lnTo>
                    <a:pt x="1457198" y="0"/>
                  </a:lnTo>
                  <a:lnTo>
                    <a:pt x="1439291" y="3619"/>
                  </a:lnTo>
                  <a:lnTo>
                    <a:pt x="1424686" y="13462"/>
                  </a:lnTo>
                  <a:lnTo>
                    <a:pt x="1414830" y="28079"/>
                  </a:lnTo>
                  <a:lnTo>
                    <a:pt x="1411224" y="45974"/>
                  </a:lnTo>
                  <a:lnTo>
                    <a:pt x="1411224" y="229870"/>
                  </a:lnTo>
                  <a:lnTo>
                    <a:pt x="1414830" y="247777"/>
                  </a:lnTo>
                  <a:lnTo>
                    <a:pt x="1424686" y="262382"/>
                  </a:lnTo>
                  <a:lnTo>
                    <a:pt x="1439291" y="272237"/>
                  </a:lnTo>
                  <a:lnTo>
                    <a:pt x="1457198" y="275844"/>
                  </a:lnTo>
                  <a:lnTo>
                    <a:pt x="1769110" y="275844"/>
                  </a:lnTo>
                  <a:lnTo>
                    <a:pt x="1787004" y="272237"/>
                  </a:lnTo>
                  <a:lnTo>
                    <a:pt x="1801622" y="262382"/>
                  </a:lnTo>
                  <a:lnTo>
                    <a:pt x="1811464" y="247777"/>
                  </a:lnTo>
                  <a:lnTo>
                    <a:pt x="1815084" y="229870"/>
                  </a:lnTo>
                  <a:lnTo>
                    <a:pt x="1815084" y="45974"/>
                  </a:lnTo>
                  <a:close/>
                </a:path>
                <a:path w="2286000" h="675639">
                  <a:moveTo>
                    <a:pt x="2286000" y="445262"/>
                  </a:moveTo>
                  <a:lnTo>
                    <a:pt x="2282380" y="427367"/>
                  </a:lnTo>
                  <a:lnTo>
                    <a:pt x="2272538" y="412750"/>
                  </a:lnTo>
                  <a:lnTo>
                    <a:pt x="2257920" y="402907"/>
                  </a:lnTo>
                  <a:lnTo>
                    <a:pt x="2240026" y="399288"/>
                  </a:lnTo>
                  <a:lnTo>
                    <a:pt x="1928114" y="399288"/>
                  </a:lnTo>
                  <a:lnTo>
                    <a:pt x="1910207" y="402907"/>
                  </a:lnTo>
                  <a:lnTo>
                    <a:pt x="1895602" y="412750"/>
                  </a:lnTo>
                  <a:lnTo>
                    <a:pt x="1885746" y="427367"/>
                  </a:lnTo>
                  <a:lnTo>
                    <a:pt x="1882140" y="445262"/>
                  </a:lnTo>
                  <a:lnTo>
                    <a:pt x="1882140" y="629158"/>
                  </a:lnTo>
                  <a:lnTo>
                    <a:pt x="1885746" y="647065"/>
                  </a:lnTo>
                  <a:lnTo>
                    <a:pt x="1895602" y="661670"/>
                  </a:lnTo>
                  <a:lnTo>
                    <a:pt x="1910207" y="671525"/>
                  </a:lnTo>
                  <a:lnTo>
                    <a:pt x="1928114" y="675132"/>
                  </a:lnTo>
                  <a:lnTo>
                    <a:pt x="2240026" y="675132"/>
                  </a:lnTo>
                  <a:lnTo>
                    <a:pt x="2257920" y="671525"/>
                  </a:lnTo>
                  <a:lnTo>
                    <a:pt x="2272538" y="661670"/>
                  </a:lnTo>
                  <a:lnTo>
                    <a:pt x="2282380" y="647065"/>
                  </a:lnTo>
                  <a:lnTo>
                    <a:pt x="2286000" y="629158"/>
                  </a:lnTo>
                  <a:lnTo>
                    <a:pt x="2286000" y="445262"/>
                  </a:lnTo>
                  <a:close/>
                </a:path>
                <a:path w="2286000" h="675639">
                  <a:moveTo>
                    <a:pt x="2286000" y="45974"/>
                  </a:moveTo>
                  <a:lnTo>
                    <a:pt x="2282380" y="28079"/>
                  </a:lnTo>
                  <a:lnTo>
                    <a:pt x="2272538" y="13462"/>
                  </a:lnTo>
                  <a:lnTo>
                    <a:pt x="2257920" y="3619"/>
                  </a:lnTo>
                  <a:lnTo>
                    <a:pt x="2240026" y="0"/>
                  </a:lnTo>
                  <a:lnTo>
                    <a:pt x="1928114" y="0"/>
                  </a:lnTo>
                  <a:lnTo>
                    <a:pt x="1910207" y="3619"/>
                  </a:lnTo>
                  <a:lnTo>
                    <a:pt x="1895602" y="13462"/>
                  </a:lnTo>
                  <a:lnTo>
                    <a:pt x="1885746" y="28079"/>
                  </a:lnTo>
                  <a:lnTo>
                    <a:pt x="1882140" y="45974"/>
                  </a:lnTo>
                  <a:lnTo>
                    <a:pt x="1882140" y="229870"/>
                  </a:lnTo>
                  <a:lnTo>
                    <a:pt x="1885746" y="247777"/>
                  </a:lnTo>
                  <a:lnTo>
                    <a:pt x="1895602" y="262382"/>
                  </a:lnTo>
                  <a:lnTo>
                    <a:pt x="1910207" y="272237"/>
                  </a:lnTo>
                  <a:lnTo>
                    <a:pt x="1928114" y="275844"/>
                  </a:lnTo>
                  <a:lnTo>
                    <a:pt x="2240026" y="275844"/>
                  </a:lnTo>
                  <a:lnTo>
                    <a:pt x="2257920" y="272237"/>
                  </a:lnTo>
                  <a:lnTo>
                    <a:pt x="2272538" y="262382"/>
                  </a:lnTo>
                  <a:lnTo>
                    <a:pt x="2282380" y="247777"/>
                  </a:lnTo>
                  <a:lnTo>
                    <a:pt x="2286000" y="229870"/>
                  </a:lnTo>
                  <a:lnTo>
                    <a:pt x="2286000" y="45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180332" y="4806695"/>
              <a:ext cx="2286000" cy="276225"/>
            </a:xfrm>
            <a:custGeom>
              <a:avLst/>
              <a:gdLst/>
              <a:ahLst/>
              <a:cxnLst/>
              <a:rect l="l" t="t" r="r" b="b"/>
              <a:pathLst>
                <a:path w="2286000" h="276225">
                  <a:moveTo>
                    <a:pt x="402336" y="45974"/>
                  </a:moveTo>
                  <a:lnTo>
                    <a:pt x="398716" y="28079"/>
                  </a:lnTo>
                  <a:lnTo>
                    <a:pt x="388874" y="13462"/>
                  </a:lnTo>
                  <a:lnTo>
                    <a:pt x="374256" y="3619"/>
                  </a:lnTo>
                  <a:lnTo>
                    <a:pt x="356362" y="0"/>
                  </a:lnTo>
                  <a:lnTo>
                    <a:pt x="45974" y="0"/>
                  </a:lnTo>
                  <a:lnTo>
                    <a:pt x="28067" y="3619"/>
                  </a:lnTo>
                  <a:lnTo>
                    <a:pt x="13449" y="13462"/>
                  </a:lnTo>
                  <a:lnTo>
                    <a:pt x="3606" y="28079"/>
                  </a:lnTo>
                  <a:lnTo>
                    <a:pt x="0" y="45974"/>
                  </a:lnTo>
                  <a:lnTo>
                    <a:pt x="0" y="229870"/>
                  </a:lnTo>
                  <a:lnTo>
                    <a:pt x="3606" y="247777"/>
                  </a:lnTo>
                  <a:lnTo>
                    <a:pt x="13462" y="262382"/>
                  </a:lnTo>
                  <a:lnTo>
                    <a:pt x="28067" y="272237"/>
                  </a:lnTo>
                  <a:lnTo>
                    <a:pt x="45974" y="275844"/>
                  </a:lnTo>
                  <a:lnTo>
                    <a:pt x="356362" y="275844"/>
                  </a:lnTo>
                  <a:lnTo>
                    <a:pt x="374256" y="272237"/>
                  </a:lnTo>
                  <a:lnTo>
                    <a:pt x="388874" y="262394"/>
                  </a:lnTo>
                  <a:lnTo>
                    <a:pt x="398716" y="247777"/>
                  </a:lnTo>
                  <a:lnTo>
                    <a:pt x="402336" y="229870"/>
                  </a:lnTo>
                  <a:lnTo>
                    <a:pt x="402336" y="45974"/>
                  </a:lnTo>
                  <a:close/>
                </a:path>
                <a:path w="2286000" h="276225">
                  <a:moveTo>
                    <a:pt x="873252" y="45974"/>
                  </a:moveTo>
                  <a:lnTo>
                    <a:pt x="869632" y="28079"/>
                  </a:lnTo>
                  <a:lnTo>
                    <a:pt x="859790" y="13462"/>
                  </a:lnTo>
                  <a:lnTo>
                    <a:pt x="845172" y="3619"/>
                  </a:lnTo>
                  <a:lnTo>
                    <a:pt x="827278" y="0"/>
                  </a:lnTo>
                  <a:lnTo>
                    <a:pt x="516890" y="0"/>
                  </a:lnTo>
                  <a:lnTo>
                    <a:pt x="498983" y="3619"/>
                  </a:lnTo>
                  <a:lnTo>
                    <a:pt x="484378" y="13462"/>
                  </a:lnTo>
                  <a:lnTo>
                    <a:pt x="474522" y="28079"/>
                  </a:lnTo>
                  <a:lnTo>
                    <a:pt x="470916" y="45974"/>
                  </a:lnTo>
                  <a:lnTo>
                    <a:pt x="470916" y="229870"/>
                  </a:lnTo>
                  <a:lnTo>
                    <a:pt x="474522" y="247777"/>
                  </a:lnTo>
                  <a:lnTo>
                    <a:pt x="484378" y="262382"/>
                  </a:lnTo>
                  <a:lnTo>
                    <a:pt x="498983" y="272237"/>
                  </a:lnTo>
                  <a:lnTo>
                    <a:pt x="516890" y="275844"/>
                  </a:lnTo>
                  <a:lnTo>
                    <a:pt x="827278" y="275844"/>
                  </a:lnTo>
                  <a:lnTo>
                    <a:pt x="845172" y="272237"/>
                  </a:lnTo>
                  <a:lnTo>
                    <a:pt x="859790" y="262394"/>
                  </a:lnTo>
                  <a:lnTo>
                    <a:pt x="869632" y="247777"/>
                  </a:lnTo>
                  <a:lnTo>
                    <a:pt x="873252" y="229870"/>
                  </a:lnTo>
                  <a:lnTo>
                    <a:pt x="873252" y="45974"/>
                  </a:lnTo>
                  <a:close/>
                </a:path>
                <a:path w="2286000" h="276225">
                  <a:moveTo>
                    <a:pt x="1344168" y="45974"/>
                  </a:moveTo>
                  <a:lnTo>
                    <a:pt x="1340548" y="28079"/>
                  </a:lnTo>
                  <a:lnTo>
                    <a:pt x="1330706" y="13462"/>
                  </a:lnTo>
                  <a:lnTo>
                    <a:pt x="1316088" y="3619"/>
                  </a:lnTo>
                  <a:lnTo>
                    <a:pt x="1298194" y="0"/>
                  </a:lnTo>
                  <a:lnTo>
                    <a:pt x="987806" y="0"/>
                  </a:lnTo>
                  <a:lnTo>
                    <a:pt x="969899" y="3619"/>
                  </a:lnTo>
                  <a:lnTo>
                    <a:pt x="955294" y="13462"/>
                  </a:lnTo>
                  <a:lnTo>
                    <a:pt x="945438" y="28079"/>
                  </a:lnTo>
                  <a:lnTo>
                    <a:pt x="941832" y="45974"/>
                  </a:lnTo>
                  <a:lnTo>
                    <a:pt x="941832" y="229870"/>
                  </a:lnTo>
                  <a:lnTo>
                    <a:pt x="945438" y="247777"/>
                  </a:lnTo>
                  <a:lnTo>
                    <a:pt x="955294" y="262382"/>
                  </a:lnTo>
                  <a:lnTo>
                    <a:pt x="969899" y="272237"/>
                  </a:lnTo>
                  <a:lnTo>
                    <a:pt x="987806" y="275844"/>
                  </a:lnTo>
                  <a:lnTo>
                    <a:pt x="1298194" y="275844"/>
                  </a:lnTo>
                  <a:lnTo>
                    <a:pt x="1316088" y="272237"/>
                  </a:lnTo>
                  <a:lnTo>
                    <a:pt x="1330706" y="262394"/>
                  </a:lnTo>
                  <a:lnTo>
                    <a:pt x="1340548" y="247777"/>
                  </a:lnTo>
                  <a:lnTo>
                    <a:pt x="1344168" y="229870"/>
                  </a:lnTo>
                  <a:lnTo>
                    <a:pt x="1344168" y="45974"/>
                  </a:lnTo>
                  <a:close/>
                </a:path>
                <a:path w="2286000" h="276225">
                  <a:moveTo>
                    <a:pt x="1815084" y="45974"/>
                  </a:moveTo>
                  <a:lnTo>
                    <a:pt x="1811464" y="28079"/>
                  </a:lnTo>
                  <a:lnTo>
                    <a:pt x="1801622" y="13462"/>
                  </a:lnTo>
                  <a:lnTo>
                    <a:pt x="1787004" y="3619"/>
                  </a:lnTo>
                  <a:lnTo>
                    <a:pt x="1769110" y="0"/>
                  </a:lnTo>
                  <a:lnTo>
                    <a:pt x="1457198" y="0"/>
                  </a:lnTo>
                  <a:lnTo>
                    <a:pt x="1439291" y="3619"/>
                  </a:lnTo>
                  <a:lnTo>
                    <a:pt x="1424686" y="13462"/>
                  </a:lnTo>
                  <a:lnTo>
                    <a:pt x="1414830" y="28079"/>
                  </a:lnTo>
                  <a:lnTo>
                    <a:pt x="1411224" y="45974"/>
                  </a:lnTo>
                  <a:lnTo>
                    <a:pt x="1411224" y="229870"/>
                  </a:lnTo>
                  <a:lnTo>
                    <a:pt x="1414830" y="247777"/>
                  </a:lnTo>
                  <a:lnTo>
                    <a:pt x="1424686" y="262382"/>
                  </a:lnTo>
                  <a:lnTo>
                    <a:pt x="1439291" y="272237"/>
                  </a:lnTo>
                  <a:lnTo>
                    <a:pt x="1457198" y="275844"/>
                  </a:lnTo>
                  <a:lnTo>
                    <a:pt x="1769110" y="275844"/>
                  </a:lnTo>
                  <a:lnTo>
                    <a:pt x="1787004" y="272237"/>
                  </a:lnTo>
                  <a:lnTo>
                    <a:pt x="1801622" y="262394"/>
                  </a:lnTo>
                  <a:lnTo>
                    <a:pt x="1811464" y="247777"/>
                  </a:lnTo>
                  <a:lnTo>
                    <a:pt x="1815084" y="229870"/>
                  </a:lnTo>
                  <a:lnTo>
                    <a:pt x="1815084" y="45974"/>
                  </a:lnTo>
                  <a:close/>
                </a:path>
                <a:path w="2286000" h="276225">
                  <a:moveTo>
                    <a:pt x="2286000" y="45974"/>
                  </a:moveTo>
                  <a:lnTo>
                    <a:pt x="2282380" y="28079"/>
                  </a:lnTo>
                  <a:lnTo>
                    <a:pt x="2272538" y="13462"/>
                  </a:lnTo>
                  <a:lnTo>
                    <a:pt x="2257920" y="3619"/>
                  </a:lnTo>
                  <a:lnTo>
                    <a:pt x="2240026" y="0"/>
                  </a:lnTo>
                  <a:lnTo>
                    <a:pt x="1928114" y="0"/>
                  </a:lnTo>
                  <a:lnTo>
                    <a:pt x="1910207" y="3619"/>
                  </a:lnTo>
                  <a:lnTo>
                    <a:pt x="1895602" y="13462"/>
                  </a:lnTo>
                  <a:lnTo>
                    <a:pt x="1885746" y="28079"/>
                  </a:lnTo>
                  <a:lnTo>
                    <a:pt x="1882140" y="45974"/>
                  </a:lnTo>
                  <a:lnTo>
                    <a:pt x="1882140" y="229870"/>
                  </a:lnTo>
                  <a:lnTo>
                    <a:pt x="1885746" y="247777"/>
                  </a:lnTo>
                  <a:lnTo>
                    <a:pt x="1895602" y="262382"/>
                  </a:lnTo>
                  <a:lnTo>
                    <a:pt x="1910207" y="272237"/>
                  </a:lnTo>
                  <a:lnTo>
                    <a:pt x="1928114" y="275844"/>
                  </a:lnTo>
                  <a:lnTo>
                    <a:pt x="2240026" y="275844"/>
                  </a:lnTo>
                  <a:lnTo>
                    <a:pt x="2257920" y="272237"/>
                  </a:lnTo>
                  <a:lnTo>
                    <a:pt x="2272538" y="262394"/>
                  </a:lnTo>
                  <a:lnTo>
                    <a:pt x="2282380" y="247777"/>
                  </a:lnTo>
                  <a:lnTo>
                    <a:pt x="2286000" y="229870"/>
                  </a:lnTo>
                  <a:lnTo>
                    <a:pt x="2286000" y="45974"/>
                  </a:lnTo>
                  <a:close/>
                </a:path>
              </a:pathLst>
            </a:custGeom>
            <a:solidFill>
              <a:srgbClr val="F99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180332" y="5204472"/>
              <a:ext cx="2286000" cy="277495"/>
            </a:xfrm>
            <a:custGeom>
              <a:avLst/>
              <a:gdLst/>
              <a:ahLst/>
              <a:cxnLst/>
              <a:rect l="l" t="t" r="r" b="b"/>
              <a:pathLst>
                <a:path w="2286000" h="277495">
                  <a:moveTo>
                    <a:pt x="402336" y="46215"/>
                  </a:moveTo>
                  <a:lnTo>
                    <a:pt x="398691" y="28232"/>
                  </a:lnTo>
                  <a:lnTo>
                    <a:pt x="388785" y="13538"/>
                  </a:lnTo>
                  <a:lnTo>
                    <a:pt x="374091" y="3632"/>
                  </a:lnTo>
                  <a:lnTo>
                    <a:pt x="356108" y="0"/>
                  </a:lnTo>
                  <a:lnTo>
                    <a:pt x="46228" y="0"/>
                  </a:lnTo>
                  <a:lnTo>
                    <a:pt x="28232" y="3632"/>
                  </a:lnTo>
                  <a:lnTo>
                    <a:pt x="13538" y="13538"/>
                  </a:lnTo>
                  <a:lnTo>
                    <a:pt x="3632" y="28232"/>
                  </a:lnTo>
                  <a:lnTo>
                    <a:pt x="0" y="46215"/>
                  </a:lnTo>
                  <a:lnTo>
                    <a:pt x="0" y="231127"/>
                  </a:lnTo>
                  <a:lnTo>
                    <a:pt x="3632" y="249123"/>
                  </a:lnTo>
                  <a:lnTo>
                    <a:pt x="13538" y="263817"/>
                  </a:lnTo>
                  <a:lnTo>
                    <a:pt x="28232" y="273723"/>
                  </a:lnTo>
                  <a:lnTo>
                    <a:pt x="46228" y="277355"/>
                  </a:lnTo>
                  <a:lnTo>
                    <a:pt x="356108" y="277355"/>
                  </a:lnTo>
                  <a:lnTo>
                    <a:pt x="374091" y="273723"/>
                  </a:lnTo>
                  <a:lnTo>
                    <a:pt x="388785" y="263817"/>
                  </a:lnTo>
                  <a:lnTo>
                    <a:pt x="398691" y="249123"/>
                  </a:lnTo>
                  <a:lnTo>
                    <a:pt x="402336" y="231127"/>
                  </a:lnTo>
                  <a:lnTo>
                    <a:pt x="402336" y="46215"/>
                  </a:lnTo>
                  <a:close/>
                </a:path>
                <a:path w="2286000" h="277495">
                  <a:moveTo>
                    <a:pt x="873252" y="46215"/>
                  </a:moveTo>
                  <a:lnTo>
                    <a:pt x="869607" y="28232"/>
                  </a:lnTo>
                  <a:lnTo>
                    <a:pt x="859701" y="13538"/>
                  </a:lnTo>
                  <a:lnTo>
                    <a:pt x="845007" y="3632"/>
                  </a:lnTo>
                  <a:lnTo>
                    <a:pt x="827024" y="0"/>
                  </a:lnTo>
                  <a:lnTo>
                    <a:pt x="517144" y="0"/>
                  </a:lnTo>
                  <a:lnTo>
                    <a:pt x="499148" y="3632"/>
                  </a:lnTo>
                  <a:lnTo>
                    <a:pt x="484454" y="13538"/>
                  </a:lnTo>
                  <a:lnTo>
                    <a:pt x="474548" y="28232"/>
                  </a:lnTo>
                  <a:lnTo>
                    <a:pt x="470916" y="46215"/>
                  </a:lnTo>
                  <a:lnTo>
                    <a:pt x="470916" y="231127"/>
                  </a:lnTo>
                  <a:lnTo>
                    <a:pt x="474548" y="249123"/>
                  </a:lnTo>
                  <a:lnTo>
                    <a:pt x="484454" y="263817"/>
                  </a:lnTo>
                  <a:lnTo>
                    <a:pt x="499148" y="273723"/>
                  </a:lnTo>
                  <a:lnTo>
                    <a:pt x="517144" y="277355"/>
                  </a:lnTo>
                  <a:lnTo>
                    <a:pt x="827024" y="277355"/>
                  </a:lnTo>
                  <a:lnTo>
                    <a:pt x="845007" y="273723"/>
                  </a:lnTo>
                  <a:lnTo>
                    <a:pt x="859701" y="263817"/>
                  </a:lnTo>
                  <a:lnTo>
                    <a:pt x="869607" y="249123"/>
                  </a:lnTo>
                  <a:lnTo>
                    <a:pt x="873252" y="231127"/>
                  </a:lnTo>
                  <a:lnTo>
                    <a:pt x="873252" y="46215"/>
                  </a:lnTo>
                  <a:close/>
                </a:path>
                <a:path w="2286000" h="277495">
                  <a:moveTo>
                    <a:pt x="1344168" y="46215"/>
                  </a:moveTo>
                  <a:lnTo>
                    <a:pt x="1340523" y="28232"/>
                  </a:lnTo>
                  <a:lnTo>
                    <a:pt x="1330617" y="13538"/>
                  </a:lnTo>
                  <a:lnTo>
                    <a:pt x="1315923" y="3632"/>
                  </a:lnTo>
                  <a:lnTo>
                    <a:pt x="1297940" y="0"/>
                  </a:lnTo>
                  <a:lnTo>
                    <a:pt x="988060" y="0"/>
                  </a:lnTo>
                  <a:lnTo>
                    <a:pt x="970064" y="3632"/>
                  </a:lnTo>
                  <a:lnTo>
                    <a:pt x="955370" y="13538"/>
                  </a:lnTo>
                  <a:lnTo>
                    <a:pt x="945464" y="28232"/>
                  </a:lnTo>
                  <a:lnTo>
                    <a:pt x="941832" y="46215"/>
                  </a:lnTo>
                  <a:lnTo>
                    <a:pt x="941832" y="231127"/>
                  </a:lnTo>
                  <a:lnTo>
                    <a:pt x="945464" y="249123"/>
                  </a:lnTo>
                  <a:lnTo>
                    <a:pt x="955370" y="263817"/>
                  </a:lnTo>
                  <a:lnTo>
                    <a:pt x="970064" y="273723"/>
                  </a:lnTo>
                  <a:lnTo>
                    <a:pt x="988060" y="277355"/>
                  </a:lnTo>
                  <a:lnTo>
                    <a:pt x="1297940" y="277355"/>
                  </a:lnTo>
                  <a:lnTo>
                    <a:pt x="1315923" y="273723"/>
                  </a:lnTo>
                  <a:lnTo>
                    <a:pt x="1330617" y="263817"/>
                  </a:lnTo>
                  <a:lnTo>
                    <a:pt x="1340523" y="249123"/>
                  </a:lnTo>
                  <a:lnTo>
                    <a:pt x="1344168" y="231127"/>
                  </a:lnTo>
                  <a:lnTo>
                    <a:pt x="1344168" y="46215"/>
                  </a:lnTo>
                  <a:close/>
                </a:path>
                <a:path w="2286000" h="277495">
                  <a:moveTo>
                    <a:pt x="1815084" y="46215"/>
                  </a:moveTo>
                  <a:lnTo>
                    <a:pt x="1811439" y="28232"/>
                  </a:lnTo>
                  <a:lnTo>
                    <a:pt x="1801533" y="13538"/>
                  </a:lnTo>
                  <a:lnTo>
                    <a:pt x="1786839" y="3632"/>
                  </a:lnTo>
                  <a:lnTo>
                    <a:pt x="1768856" y="0"/>
                  </a:lnTo>
                  <a:lnTo>
                    <a:pt x="1457452" y="0"/>
                  </a:lnTo>
                  <a:lnTo>
                    <a:pt x="1439456" y="3632"/>
                  </a:lnTo>
                  <a:lnTo>
                    <a:pt x="1424762" y="13538"/>
                  </a:lnTo>
                  <a:lnTo>
                    <a:pt x="1414856" y="28232"/>
                  </a:lnTo>
                  <a:lnTo>
                    <a:pt x="1411224" y="46215"/>
                  </a:lnTo>
                  <a:lnTo>
                    <a:pt x="1411224" y="231127"/>
                  </a:lnTo>
                  <a:lnTo>
                    <a:pt x="1414856" y="249123"/>
                  </a:lnTo>
                  <a:lnTo>
                    <a:pt x="1424762" y="263817"/>
                  </a:lnTo>
                  <a:lnTo>
                    <a:pt x="1439456" y="273723"/>
                  </a:lnTo>
                  <a:lnTo>
                    <a:pt x="1457452" y="277355"/>
                  </a:lnTo>
                  <a:lnTo>
                    <a:pt x="1768856" y="277355"/>
                  </a:lnTo>
                  <a:lnTo>
                    <a:pt x="1786839" y="273723"/>
                  </a:lnTo>
                  <a:lnTo>
                    <a:pt x="1801533" y="263817"/>
                  </a:lnTo>
                  <a:lnTo>
                    <a:pt x="1811439" y="249123"/>
                  </a:lnTo>
                  <a:lnTo>
                    <a:pt x="1815084" y="231127"/>
                  </a:lnTo>
                  <a:lnTo>
                    <a:pt x="1815084" y="46215"/>
                  </a:lnTo>
                  <a:close/>
                </a:path>
                <a:path w="2286000" h="277495">
                  <a:moveTo>
                    <a:pt x="2286000" y="46215"/>
                  </a:moveTo>
                  <a:lnTo>
                    <a:pt x="2282355" y="28232"/>
                  </a:lnTo>
                  <a:lnTo>
                    <a:pt x="2272449" y="13538"/>
                  </a:lnTo>
                  <a:lnTo>
                    <a:pt x="2257755" y="3632"/>
                  </a:lnTo>
                  <a:lnTo>
                    <a:pt x="2239772" y="0"/>
                  </a:lnTo>
                  <a:lnTo>
                    <a:pt x="1928368" y="0"/>
                  </a:lnTo>
                  <a:lnTo>
                    <a:pt x="1910372" y="3632"/>
                  </a:lnTo>
                  <a:lnTo>
                    <a:pt x="1895678" y="13538"/>
                  </a:lnTo>
                  <a:lnTo>
                    <a:pt x="1885772" y="28232"/>
                  </a:lnTo>
                  <a:lnTo>
                    <a:pt x="1882140" y="46215"/>
                  </a:lnTo>
                  <a:lnTo>
                    <a:pt x="1882140" y="231127"/>
                  </a:lnTo>
                  <a:lnTo>
                    <a:pt x="1885772" y="249123"/>
                  </a:lnTo>
                  <a:lnTo>
                    <a:pt x="1895678" y="263817"/>
                  </a:lnTo>
                  <a:lnTo>
                    <a:pt x="1910372" y="273723"/>
                  </a:lnTo>
                  <a:lnTo>
                    <a:pt x="1928368" y="277355"/>
                  </a:lnTo>
                  <a:lnTo>
                    <a:pt x="2239772" y="277355"/>
                  </a:lnTo>
                  <a:lnTo>
                    <a:pt x="2257755" y="273723"/>
                  </a:lnTo>
                  <a:lnTo>
                    <a:pt x="2272449" y="263817"/>
                  </a:lnTo>
                  <a:lnTo>
                    <a:pt x="2282355" y="249123"/>
                  </a:lnTo>
                  <a:lnTo>
                    <a:pt x="2286000" y="231127"/>
                  </a:lnTo>
                  <a:lnTo>
                    <a:pt x="2286000" y="4621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960876" y="2897123"/>
              <a:ext cx="2725420" cy="943610"/>
            </a:xfrm>
            <a:custGeom>
              <a:avLst/>
              <a:gdLst/>
              <a:ahLst/>
              <a:cxnLst/>
              <a:rect l="l" t="t" r="r" b="b"/>
              <a:pathLst>
                <a:path w="2725420" h="943610">
                  <a:moveTo>
                    <a:pt x="649604" y="0"/>
                  </a:moveTo>
                  <a:lnTo>
                    <a:pt x="364363" y="0"/>
                  </a:lnTo>
                  <a:lnTo>
                    <a:pt x="364363" y="490347"/>
                  </a:lnTo>
                  <a:lnTo>
                    <a:pt x="75564" y="490347"/>
                  </a:lnTo>
                  <a:lnTo>
                    <a:pt x="46130" y="496296"/>
                  </a:lnTo>
                  <a:lnTo>
                    <a:pt x="22113" y="512508"/>
                  </a:lnTo>
                  <a:lnTo>
                    <a:pt x="5931" y="536531"/>
                  </a:lnTo>
                  <a:lnTo>
                    <a:pt x="0" y="565912"/>
                  </a:lnTo>
                  <a:lnTo>
                    <a:pt x="0" y="867918"/>
                  </a:lnTo>
                  <a:lnTo>
                    <a:pt x="5931" y="897278"/>
                  </a:lnTo>
                  <a:lnTo>
                    <a:pt x="22113" y="921258"/>
                  </a:lnTo>
                  <a:lnTo>
                    <a:pt x="46130" y="937426"/>
                  </a:lnTo>
                  <a:lnTo>
                    <a:pt x="75564" y="943356"/>
                  </a:lnTo>
                  <a:lnTo>
                    <a:pt x="2649347" y="943356"/>
                  </a:lnTo>
                  <a:lnTo>
                    <a:pt x="2678781" y="937426"/>
                  </a:lnTo>
                  <a:lnTo>
                    <a:pt x="2702798" y="921257"/>
                  </a:lnTo>
                  <a:lnTo>
                    <a:pt x="2718980" y="897278"/>
                  </a:lnTo>
                  <a:lnTo>
                    <a:pt x="2724912" y="867918"/>
                  </a:lnTo>
                  <a:lnTo>
                    <a:pt x="2724912" y="565912"/>
                  </a:lnTo>
                  <a:lnTo>
                    <a:pt x="2718980" y="536531"/>
                  </a:lnTo>
                  <a:lnTo>
                    <a:pt x="2702798" y="512508"/>
                  </a:lnTo>
                  <a:lnTo>
                    <a:pt x="2678781" y="496296"/>
                  </a:lnTo>
                  <a:lnTo>
                    <a:pt x="2649347" y="490347"/>
                  </a:lnTo>
                  <a:lnTo>
                    <a:pt x="2360549" y="490347"/>
                  </a:lnTo>
                  <a:lnTo>
                    <a:pt x="2360549" y="27304"/>
                  </a:lnTo>
                  <a:lnTo>
                    <a:pt x="2075307" y="27304"/>
                  </a:lnTo>
                  <a:lnTo>
                    <a:pt x="2075307" y="490347"/>
                  </a:lnTo>
                  <a:lnTo>
                    <a:pt x="649604" y="490347"/>
                  </a:lnTo>
                  <a:lnTo>
                    <a:pt x="649604" y="0"/>
                  </a:lnTo>
                  <a:close/>
                </a:path>
              </a:pathLst>
            </a:custGeom>
            <a:solidFill>
              <a:srgbClr val="13809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469892" y="5693662"/>
              <a:ext cx="1566672" cy="1121664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789678" y="5831535"/>
            <a:ext cx="927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>
                <a:solidFill>
                  <a:srgbClr val="5F95E6"/>
                </a:solidFill>
                <a:latin typeface="Arial MT"/>
                <a:cs typeface="Arial MT"/>
              </a:rPr>
              <a:t>ALL</a:t>
            </a:r>
            <a:endParaRPr sz="4000">
              <a:latin typeface="Arial MT"/>
              <a:cs typeface="Arial MT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61669" y="813561"/>
            <a:ext cx="6439916" cy="661415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2" name="object 42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6439916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771144" y="3182111"/>
            <a:ext cx="541020" cy="1079500"/>
            <a:chOff x="771144" y="3182111"/>
            <a:chExt cx="541020" cy="1079500"/>
          </a:xfrm>
        </p:grpSpPr>
        <p:sp>
          <p:nvSpPr>
            <p:cNvPr id="7" name="object 7"/>
            <p:cNvSpPr/>
            <p:nvPr/>
          </p:nvSpPr>
          <p:spPr>
            <a:xfrm>
              <a:off x="771144" y="3182111"/>
              <a:ext cx="541020" cy="1079500"/>
            </a:xfrm>
            <a:custGeom>
              <a:avLst/>
              <a:gdLst/>
              <a:ahLst/>
              <a:cxnLst/>
              <a:rect l="l" t="t" r="r" b="b"/>
              <a:pathLst>
                <a:path w="541019" h="1079500">
                  <a:moveTo>
                    <a:pt x="270509" y="0"/>
                  </a:moveTo>
                  <a:lnTo>
                    <a:pt x="221884" y="4359"/>
                  </a:lnTo>
                  <a:lnTo>
                    <a:pt x="176118" y="16929"/>
                  </a:lnTo>
                  <a:lnTo>
                    <a:pt x="133976" y="36942"/>
                  </a:lnTo>
                  <a:lnTo>
                    <a:pt x="96222" y="63635"/>
                  </a:lnTo>
                  <a:lnTo>
                    <a:pt x="63619" y="96243"/>
                  </a:lnTo>
                  <a:lnTo>
                    <a:pt x="36931" y="133999"/>
                  </a:lnTo>
                  <a:lnTo>
                    <a:pt x="16923" y="176139"/>
                  </a:lnTo>
                  <a:lnTo>
                    <a:pt x="4358" y="221897"/>
                  </a:lnTo>
                  <a:lnTo>
                    <a:pt x="0" y="270510"/>
                  </a:lnTo>
                  <a:lnTo>
                    <a:pt x="0" y="808482"/>
                  </a:lnTo>
                  <a:lnTo>
                    <a:pt x="4358" y="857094"/>
                  </a:lnTo>
                  <a:lnTo>
                    <a:pt x="16923" y="902852"/>
                  </a:lnTo>
                  <a:lnTo>
                    <a:pt x="36931" y="944992"/>
                  </a:lnTo>
                  <a:lnTo>
                    <a:pt x="63619" y="982748"/>
                  </a:lnTo>
                  <a:lnTo>
                    <a:pt x="96222" y="1015356"/>
                  </a:lnTo>
                  <a:lnTo>
                    <a:pt x="133976" y="1042049"/>
                  </a:lnTo>
                  <a:lnTo>
                    <a:pt x="176118" y="1062062"/>
                  </a:lnTo>
                  <a:lnTo>
                    <a:pt x="221884" y="1074632"/>
                  </a:lnTo>
                  <a:lnTo>
                    <a:pt x="270509" y="1078992"/>
                  </a:lnTo>
                  <a:lnTo>
                    <a:pt x="319135" y="1074632"/>
                  </a:lnTo>
                  <a:lnTo>
                    <a:pt x="364901" y="1062062"/>
                  </a:lnTo>
                  <a:lnTo>
                    <a:pt x="407043" y="1042049"/>
                  </a:lnTo>
                  <a:lnTo>
                    <a:pt x="444797" y="1015356"/>
                  </a:lnTo>
                  <a:lnTo>
                    <a:pt x="477400" y="982748"/>
                  </a:lnTo>
                  <a:lnTo>
                    <a:pt x="504088" y="944992"/>
                  </a:lnTo>
                  <a:lnTo>
                    <a:pt x="524096" y="902852"/>
                  </a:lnTo>
                  <a:lnTo>
                    <a:pt x="536661" y="857094"/>
                  </a:lnTo>
                  <a:lnTo>
                    <a:pt x="541019" y="808482"/>
                  </a:lnTo>
                  <a:lnTo>
                    <a:pt x="541019" y="270510"/>
                  </a:lnTo>
                  <a:lnTo>
                    <a:pt x="536661" y="221897"/>
                  </a:lnTo>
                  <a:lnTo>
                    <a:pt x="524096" y="176139"/>
                  </a:lnTo>
                  <a:lnTo>
                    <a:pt x="504088" y="133999"/>
                  </a:lnTo>
                  <a:lnTo>
                    <a:pt x="477400" y="96243"/>
                  </a:lnTo>
                  <a:lnTo>
                    <a:pt x="444797" y="63635"/>
                  </a:lnTo>
                  <a:lnTo>
                    <a:pt x="407043" y="36942"/>
                  </a:lnTo>
                  <a:lnTo>
                    <a:pt x="364901" y="16929"/>
                  </a:lnTo>
                  <a:lnTo>
                    <a:pt x="319135" y="4359"/>
                  </a:lnTo>
                  <a:lnTo>
                    <a:pt x="270509" y="0"/>
                  </a:lnTo>
                  <a:close/>
                </a:path>
              </a:pathLst>
            </a:custGeom>
            <a:solidFill>
              <a:srgbClr val="EFEFE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1144" y="3182111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19" h="539750">
                  <a:moveTo>
                    <a:pt x="271272" y="0"/>
                  </a:moveTo>
                  <a:lnTo>
                    <a:pt x="269747" y="0"/>
                  </a:lnTo>
                  <a:lnTo>
                    <a:pt x="221258" y="4346"/>
                  </a:lnTo>
                  <a:lnTo>
                    <a:pt x="175621" y="16876"/>
                  </a:lnTo>
                  <a:lnTo>
                    <a:pt x="133598" y="36830"/>
                  </a:lnTo>
                  <a:lnTo>
                    <a:pt x="95950" y="63443"/>
                  </a:lnTo>
                  <a:lnTo>
                    <a:pt x="63439" y="95955"/>
                  </a:lnTo>
                  <a:lnTo>
                    <a:pt x="36827" y="133604"/>
                  </a:lnTo>
                  <a:lnTo>
                    <a:pt x="16875" y="175626"/>
                  </a:lnTo>
                  <a:lnTo>
                    <a:pt x="4345" y="221262"/>
                  </a:lnTo>
                  <a:lnTo>
                    <a:pt x="0" y="269748"/>
                  </a:lnTo>
                  <a:lnTo>
                    <a:pt x="4345" y="318233"/>
                  </a:lnTo>
                  <a:lnTo>
                    <a:pt x="16875" y="363869"/>
                  </a:lnTo>
                  <a:lnTo>
                    <a:pt x="36827" y="405891"/>
                  </a:lnTo>
                  <a:lnTo>
                    <a:pt x="63439" y="443540"/>
                  </a:lnTo>
                  <a:lnTo>
                    <a:pt x="95950" y="476052"/>
                  </a:lnTo>
                  <a:lnTo>
                    <a:pt x="133598" y="502665"/>
                  </a:lnTo>
                  <a:lnTo>
                    <a:pt x="175621" y="522619"/>
                  </a:lnTo>
                  <a:lnTo>
                    <a:pt x="221258" y="535149"/>
                  </a:lnTo>
                  <a:lnTo>
                    <a:pt x="269747" y="539495"/>
                  </a:lnTo>
                  <a:lnTo>
                    <a:pt x="271272" y="539495"/>
                  </a:lnTo>
                  <a:lnTo>
                    <a:pt x="319761" y="535149"/>
                  </a:lnTo>
                  <a:lnTo>
                    <a:pt x="365398" y="522619"/>
                  </a:lnTo>
                  <a:lnTo>
                    <a:pt x="407421" y="502665"/>
                  </a:lnTo>
                  <a:lnTo>
                    <a:pt x="445069" y="476052"/>
                  </a:lnTo>
                  <a:lnTo>
                    <a:pt x="477580" y="443540"/>
                  </a:lnTo>
                  <a:lnTo>
                    <a:pt x="504192" y="405891"/>
                  </a:lnTo>
                  <a:lnTo>
                    <a:pt x="524144" y="363869"/>
                  </a:lnTo>
                  <a:lnTo>
                    <a:pt x="536674" y="318233"/>
                  </a:lnTo>
                  <a:lnTo>
                    <a:pt x="541019" y="269748"/>
                  </a:lnTo>
                  <a:lnTo>
                    <a:pt x="536674" y="221262"/>
                  </a:lnTo>
                  <a:lnTo>
                    <a:pt x="524144" y="175626"/>
                  </a:lnTo>
                  <a:lnTo>
                    <a:pt x="504192" y="133604"/>
                  </a:lnTo>
                  <a:lnTo>
                    <a:pt x="477580" y="95955"/>
                  </a:lnTo>
                  <a:lnTo>
                    <a:pt x="445069" y="63443"/>
                  </a:lnTo>
                  <a:lnTo>
                    <a:pt x="407421" y="36830"/>
                  </a:lnTo>
                  <a:lnTo>
                    <a:pt x="365398" y="16876"/>
                  </a:lnTo>
                  <a:lnTo>
                    <a:pt x="319761" y="4346"/>
                  </a:lnTo>
                  <a:lnTo>
                    <a:pt x="271272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87069" y="3279775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01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56003" y="3182111"/>
            <a:ext cx="2519680" cy="1071880"/>
            <a:chOff x="1556003" y="3182111"/>
            <a:chExt cx="2519680" cy="1071880"/>
          </a:xfrm>
        </p:grpSpPr>
        <p:sp>
          <p:nvSpPr>
            <p:cNvPr id="11" name="object 11"/>
            <p:cNvSpPr/>
            <p:nvPr/>
          </p:nvSpPr>
          <p:spPr>
            <a:xfrm>
              <a:off x="1556003" y="3182111"/>
              <a:ext cx="2386965" cy="1071880"/>
            </a:xfrm>
            <a:custGeom>
              <a:avLst/>
              <a:gdLst/>
              <a:ahLst/>
              <a:cxnLst/>
              <a:rect l="l" t="t" r="r" b="b"/>
              <a:pathLst>
                <a:path w="2386965" h="1071879">
                  <a:moveTo>
                    <a:pt x="2207641" y="0"/>
                  </a:moveTo>
                  <a:lnTo>
                    <a:pt x="178943" y="0"/>
                  </a:lnTo>
                  <a:lnTo>
                    <a:pt x="131380" y="6393"/>
                  </a:lnTo>
                  <a:lnTo>
                    <a:pt x="88636" y="24435"/>
                  </a:lnTo>
                  <a:lnTo>
                    <a:pt x="52419" y="52419"/>
                  </a:lnTo>
                  <a:lnTo>
                    <a:pt x="24435" y="88636"/>
                  </a:lnTo>
                  <a:lnTo>
                    <a:pt x="6393" y="131380"/>
                  </a:lnTo>
                  <a:lnTo>
                    <a:pt x="0" y="178942"/>
                  </a:lnTo>
                  <a:lnTo>
                    <a:pt x="0" y="892429"/>
                  </a:lnTo>
                  <a:lnTo>
                    <a:pt x="6393" y="939991"/>
                  </a:lnTo>
                  <a:lnTo>
                    <a:pt x="24435" y="982735"/>
                  </a:lnTo>
                  <a:lnTo>
                    <a:pt x="52419" y="1018952"/>
                  </a:lnTo>
                  <a:lnTo>
                    <a:pt x="88636" y="1046936"/>
                  </a:lnTo>
                  <a:lnTo>
                    <a:pt x="131380" y="1064978"/>
                  </a:lnTo>
                  <a:lnTo>
                    <a:pt x="178943" y="1071371"/>
                  </a:lnTo>
                  <a:lnTo>
                    <a:pt x="2207641" y="1071371"/>
                  </a:lnTo>
                  <a:lnTo>
                    <a:pt x="2255203" y="1064978"/>
                  </a:lnTo>
                  <a:lnTo>
                    <a:pt x="2297947" y="1046936"/>
                  </a:lnTo>
                  <a:lnTo>
                    <a:pt x="2334164" y="1018952"/>
                  </a:lnTo>
                  <a:lnTo>
                    <a:pt x="2362148" y="982735"/>
                  </a:lnTo>
                  <a:lnTo>
                    <a:pt x="2380190" y="939991"/>
                  </a:lnTo>
                  <a:lnTo>
                    <a:pt x="2386584" y="892429"/>
                  </a:lnTo>
                  <a:lnTo>
                    <a:pt x="2386584" y="178942"/>
                  </a:lnTo>
                  <a:lnTo>
                    <a:pt x="2380190" y="131380"/>
                  </a:lnTo>
                  <a:lnTo>
                    <a:pt x="2362148" y="88636"/>
                  </a:lnTo>
                  <a:lnTo>
                    <a:pt x="2334164" y="52419"/>
                  </a:lnTo>
                  <a:lnTo>
                    <a:pt x="2297947" y="24435"/>
                  </a:lnTo>
                  <a:lnTo>
                    <a:pt x="2255203" y="6393"/>
                  </a:lnTo>
                  <a:lnTo>
                    <a:pt x="2207641" y="0"/>
                  </a:lnTo>
                  <a:close/>
                </a:path>
              </a:pathLst>
            </a:custGeom>
            <a:solidFill>
              <a:srgbClr val="EFEFE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9175" y="3346145"/>
              <a:ext cx="2286380" cy="67696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614671" y="3182111"/>
            <a:ext cx="541020" cy="1079500"/>
            <a:chOff x="4614671" y="3182111"/>
            <a:chExt cx="541020" cy="1079500"/>
          </a:xfrm>
        </p:grpSpPr>
        <p:sp>
          <p:nvSpPr>
            <p:cNvPr id="14" name="object 14"/>
            <p:cNvSpPr/>
            <p:nvPr/>
          </p:nvSpPr>
          <p:spPr>
            <a:xfrm>
              <a:off x="4614671" y="3182111"/>
              <a:ext cx="541020" cy="1079500"/>
            </a:xfrm>
            <a:custGeom>
              <a:avLst/>
              <a:gdLst/>
              <a:ahLst/>
              <a:cxnLst/>
              <a:rect l="l" t="t" r="r" b="b"/>
              <a:pathLst>
                <a:path w="541020" h="1079500">
                  <a:moveTo>
                    <a:pt x="270510" y="0"/>
                  </a:moveTo>
                  <a:lnTo>
                    <a:pt x="221897" y="4359"/>
                  </a:lnTo>
                  <a:lnTo>
                    <a:pt x="176139" y="16929"/>
                  </a:lnTo>
                  <a:lnTo>
                    <a:pt x="133999" y="36942"/>
                  </a:lnTo>
                  <a:lnTo>
                    <a:pt x="96243" y="63635"/>
                  </a:lnTo>
                  <a:lnTo>
                    <a:pt x="63635" y="96243"/>
                  </a:lnTo>
                  <a:lnTo>
                    <a:pt x="36942" y="133999"/>
                  </a:lnTo>
                  <a:lnTo>
                    <a:pt x="16929" y="176139"/>
                  </a:lnTo>
                  <a:lnTo>
                    <a:pt x="4359" y="221897"/>
                  </a:lnTo>
                  <a:lnTo>
                    <a:pt x="0" y="270510"/>
                  </a:lnTo>
                  <a:lnTo>
                    <a:pt x="0" y="808482"/>
                  </a:lnTo>
                  <a:lnTo>
                    <a:pt x="4359" y="857094"/>
                  </a:lnTo>
                  <a:lnTo>
                    <a:pt x="16929" y="902852"/>
                  </a:lnTo>
                  <a:lnTo>
                    <a:pt x="36942" y="944992"/>
                  </a:lnTo>
                  <a:lnTo>
                    <a:pt x="63635" y="982748"/>
                  </a:lnTo>
                  <a:lnTo>
                    <a:pt x="96243" y="1015356"/>
                  </a:lnTo>
                  <a:lnTo>
                    <a:pt x="133999" y="1042049"/>
                  </a:lnTo>
                  <a:lnTo>
                    <a:pt x="176139" y="1062062"/>
                  </a:lnTo>
                  <a:lnTo>
                    <a:pt x="221897" y="1074632"/>
                  </a:lnTo>
                  <a:lnTo>
                    <a:pt x="270510" y="1078992"/>
                  </a:lnTo>
                  <a:lnTo>
                    <a:pt x="319122" y="1074632"/>
                  </a:lnTo>
                  <a:lnTo>
                    <a:pt x="364880" y="1062062"/>
                  </a:lnTo>
                  <a:lnTo>
                    <a:pt x="407020" y="1042049"/>
                  </a:lnTo>
                  <a:lnTo>
                    <a:pt x="444776" y="1015356"/>
                  </a:lnTo>
                  <a:lnTo>
                    <a:pt x="477384" y="982748"/>
                  </a:lnTo>
                  <a:lnTo>
                    <a:pt x="504077" y="944992"/>
                  </a:lnTo>
                  <a:lnTo>
                    <a:pt x="524090" y="902852"/>
                  </a:lnTo>
                  <a:lnTo>
                    <a:pt x="536660" y="857094"/>
                  </a:lnTo>
                  <a:lnTo>
                    <a:pt x="541019" y="808482"/>
                  </a:lnTo>
                  <a:lnTo>
                    <a:pt x="541019" y="270510"/>
                  </a:lnTo>
                  <a:lnTo>
                    <a:pt x="536660" y="221897"/>
                  </a:lnTo>
                  <a:lnTo>
                    <a:pt x="524090" y="176139"/>
                  </a:lnTo>
                  <a:lnTo>
                    <a:pt x="504077" y="133999"/>
                  </a:lnTo>
                  <a:lnTo>
                    <a:pt x="477384" y="96243"/>
                  </a:lnTo>
                  <a:lnTo>
                    <a:pt x="444776" y="63635"/>
                  </a:lnTo>
                  <a:lnTo>
                    <a:pt x="407020" y="36942"/>
                  </a:lnTo>
                  <a:lnTo>
                    <a:pt x="364880" y="16929"/>
                  </a:lnTo>
                  <a:lnTo>
                    <a:pt x="319122" y="4359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EFEFE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614671" y="3182111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20" h="539750">
                  <a:moveTo>
                    <a:pt x="271272" y="0"/>
                  </a:moveTo>
                  <a:lnTo>
                    <a:pt x="269748" y="0"/>
                  </a:lnTo>
                  <a:lnTo>
                    <a:pt x="221262" y="4346"/>
                  </a:lnTo>
                  <a:lnTo>
                    <a:pt x="175626" y="16876"/>
                  </a:lnTo>
                  <a:lnTo>
                    <a:pt x="133603" y="36830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30" y="133604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30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4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5"/>
                  </a:lnTo>
                  <a:lnTo>
                    <a:pt x="271272" y="539495"/>
                  </a:lnTo>
                  <a:lnTo>
                    <a:pt x="319757" y="535149"/>
                  </a:lnTo>
                  <a:lnTo>
                    <a:pt x="365393" y="522619"/>
                  </a:lnTo>
                  <a:lnTo>
                    <a:pt x="407415" y="502665"/>
                  </a:lnTo>
                  <a:lnTo>
                    <a:pt x="445064" y="476052"/>
                  </a:lnTo>
                  <a:lnTo>
                    <a:pt x="477576" y="443540"/>
                  </a:lnTo>
                  <a:lnTo>
                    <a:pt x="504189" y="405891"/>
                  </a:lnTo>
                  <a:lnTo>
                    <a:pt x="524143" y="363869"/>
                  </a:lnTo>
                  <a:lnTo>
                    <a:pt x="536673" y="318233"/>
                  </a:lnTo>
                  <a:lnTo>
                    <a:pt x="541019" y="269748"/>
                  </a:lnTo>
                  <a:lnTo>
                    <a:pt x="536673" y="221262"/>
                  </a:lnTo>
                  <a:lnTo>
                    <a:pt x="524143" y="175626"/>
                  </a:lnTo>
                  <a:lnTo>
                    <a:pt x="504189" y="133604"/>
                  </a:lnTo>
                  <a:lnTo>
                    <a:pt x="477576" y="95955"/>
                  </a:lnTo>
                  <a:lnTo>
                    <a:pt x="445064" y="63443"/>
                  </a:lnTo>
                  <a:lnTo>
                    <a:pt x="407415" y="36830"/>
                  </a:lnTo>
                  <a:lnTo>
                    <a:pt x="365393" y="16876"/>
                  </a:lnTo>
                  <a:lnTo>
                    <a:pt x="319757" y="4346"/>
                  </a:lnTo>
                  <a:lnTo>
                    <a:pt x="271272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731511" y="3279775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02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459723" y="3177539"/>
            <a:ext cx="539750" cy="1080770"/>
            <a:chOff x="8459723" y="3177539"/>
            <a:chExt cx="539750" cy="1080770"/>
          </a:xfrm>
        </p:grpSpPr>
        <p:sp>
          <p:nvSpPr>
            <p:cNvPr id="18" name="object 18"/>
            <p:cNvSpPr/>
            <p:nvPr/>
          </p:nvSpPr>
          <p:spPr>
            <a:xfrm>
              <a:off x="8459723" y="3177539"/>
              <a:ext cx="539750" cy="1080770"/>
            </a:xfrm>
            <a:custGeom>
              <a:avLst/>
              <a:gdLst/>
              <a:ahLst/>
              <a:cxnLst/>
              <a:rect l="l" t="t" r="r" b="b"/>
              <a:pathLst>
                <a:path w="539750" h="108077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3" y="36830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29" y="133604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0" y="810768"/>
                  </a:lnTo>
                  <a:lnTo>
                    <a:pt x="4346" y="859253"/>
                  </a:lnTo>
                  <a:lnTo>
                    <a:pt x="16876" y="904889"/>
                  </a:lnTo>
                  <a:lnTo>
                    <a:pt x="36830" y="946912"/>
                  </a:lnTo>
                  <a:lnTo>
                    <a:pt x="63443" y="984560"/>
                  </a:lnTo>
                  <a:lnTo>
                    <a:pt x="95955" y="1017072"/>
                  </a:lnTo>
                  <a:lnTo>
                    <a:pt x="133604" y="1043686"/>
                  </a:lnTo>
                  <a:lnTo>
                    <a:pt x="175626" y="1063639"/>
                  </a:lnTo>
                  <a:lnTo>
                    <a:pt x="221262" y="1076169"/>
                  </a:lnTo>
                  <a:lnTo>
                    <a:pt x="269748" y="1080516"/>
                  </a:lnTo>
                  <a:lnTo>
                    <a:pt x="318233" y="1076169"/>
                  </a:lnTo>
                  <a:lnTo>
                    <a:pt x="363869" y="1063639"/>
                  </a:lnTo>
                  <a:lnTo>
                    <a:pt x="405892" y="1043686"/>
                  </a:lnTo>
                  <a:lnTo>
                    <a:pt x="443540" y="1017072"/>
                  </a:lnTo>
                  <a:lnTo>
                    <a:pt x="476052" y="984560"/>
                  </a:lnTo>
                  <a:lnTo>
                    <a:pt x="502666" y="946912"/>
                  </a:lnTo>
                  <a:lnTo>
                    <a:pt x="522619" y="904889"/>
                  </a:lnTo>
                  <a:lnTo>
                    <a:pt x="535149" y="859253"/>
                  </a:lnTo>
                  <a:lnTo>
                    <a:pt x="539496" y="810768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5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EFEFE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459723" y="3177539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3" y="36830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29" y="133604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30" y="405892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4" y="502666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6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2" y="502666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6" y="405892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5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5399532" y="3182111"/>
            <a:ext cx="2520950" cy="1071880"/>
            <a:chOff x="5399532" y="3182111"/>
            <a:chExt cx="2520950" cy="1071880"/>
          </a:xfrm>
        </p:grpSpPr>
        <p:sp>
          <p:nvSpPr>
            <p:cNvPr id="21" name="object 21"/>
            <p:cNvSpPr/>
            <p:nvPr/>
          </p:nvSpPr>
          <p:spPr>
            <a:xfrm>
              <a:off x="5399532" y="3182111"/>
              <a:ext cx="2386965" cy="1071880"/>
            </a:xfrm>
            <a:custGeom>
              <a:avLst/>
              <a:gdLst/>
              <a:ahLst/>
              <a:cxnLst/>
              <a:rect l="l" t="t" r="r" b="b"/>
              <a:pathLst>
                <a:path w="2386965" h="1071879">
                  <a:moveTo>
                    <a:pt x="2207641" y="0"/>
                  </a:moveTo>
                  <a:lnTo>
                    <a:pt x="178942" y="0"/>
                  </a:lnTo>
                  <a:lnTo>
                    <a:pt x="131380" y="6393"/>
                  </a:lnTo>
                  <a:lnTo>
                    <a:pt x="88636" y="24435"/>
                  </a:lnTo>
                  <a:lnTo>
                    <a:pt x="52419" y="52419"/>
                  </a:lnTo>
                  <a:lnTo>
                    <a:pt x="24435" y="88636"/>
                  </a:lnTo>
                  <a:lnTo>
                    <a:pt x="6393" y="131380"/>
                  </a:lnTo>
                  <a:lnTo>
                    <a:pt x="0" y="178942"/>
                  </a:lnTo>
                  <a:lnTo>
                    <a:pt x="0" y="892429"/>
                  </a:lnTo>
                  <a:lnTo>
                    <a:pt x="6393" y="939991"/>
                  </a:lnTo>
                  <a:lnTo>
                    <a:pt x="24435" y="982735"/>
                  </a:lnTo>
                  <a:lnTo>
                    <a:pt x="52419" y="1018952"/>
                  </a:lnTo>
                  <a:lnTo>
                    <a:pt x="88636" y="1046936"/>
                  </a:lnTo>
                  <a:lnTo>
                    <a:pt x="131380" y="1064978"/>
                  </a:lnTo>
                  <a:lnTo>
                    <a:pt x="178942" y="1071371"/>
                  </a:lnTo>
                  <a:lnTo>
                    <a:pt x="2207641" y="1071371"/>
                  </a:lnTo>
                  <a:lnTo>
                    <a:pt x="2255203" y="1064978"/>
                  </a:lnTo>
                  <a:lnTo>
                    <a:pt x="2297947" y="1046936"/>
                  </a:lnTo>
                  <a:lnTo>
                    <a:pt x="2334164" y="1018952"/>
                  </a:lnTo>
                  <a:lnTo>
                    <a:pt x="2362148" y="982735"/>
                  </a:lnTo>
                  <a:lnTo>
                    <a:pt x="2380190" y="939991"/>
                  </a:lnTo>
                  <a:lnTo>
                    <a:pt x="2386584" y="892429"/>
                  </a:lnTo>
                  <a:lnTo>
                    <a:pt x="2386584" y="178942"/>
                  </a:lnTo>
                  <a:lnTo>
                    <a:pt x="2380190" y="131380"/>
                  </a:lnTo>
                  <a:lnTo>
                    <a:pt x="2362148" y="88636"/>
                  </a:lnTo>
                  <a:lnTo>
                    <a:pt x="2334164" y="52419"/>
                  </a:lnTo>
                  <a:lnTo>
                    <a:pt x="2297947" y="24435"/>
                  </a:lnTo>
                  <a:lnTo>
                    <a:pt x="2255203" y="6393"/>
                  </a:lnTo>
                  <a:lnTo>
                    <a:pt x="2207641" y="0"/>
                  </a:lnTo>
                  <a:close/>
                </a:path>
              </a:pathLst>
            </a:custGeom>
            <a:solidFill>
              <a:srgbClr val="EFEFE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3974" y="3346145"/>
              <a:ext cx="2286380" cy="67696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575675" y="3275457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03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198864" y="3185160"/>
            <a:ext cx="2386965" cy="1073150"/>
            <a:chOff x="9198864" y="3185160"/>
            <a:chExt cx="2386965" cy="1073150"/>
          </a:xfrm>
        </p:grpSpPr>
        <p:sp>
          <p:nvSpPr>
            <p:cNvPr id="25" name="object 25"/>
            <p:cNvSpPr/>
            <p:nvPr/>
          </p:nvSpPr>
          <p:spPr>
            <a:xfrm>
              <a:off x="9198864" y="3185160"/>
              <a:ext cx="2386965" cy="1073150"/>
            </a:xfrm>
            <a:custGeom>
              <a:avLst/>
              <a:gdLst/>
              <a:ahLst/>
              <a:cxnLst/>
              <a:rect l="l" t="t" r="r" b="b"/>
              <a:pathLst>
                <a:path w="2386965" h="1073150">
                  <a:moveTo>
                    <a:pt x="2207386" y="0"/>
                  </a:moveTo>
                  <a:lnTo>
                    <a:pt x="179196" y="0"/>
                  </a:lnTo>
                  <a:lnTo>
                    <a:pt x="131571" y="6403"/>
                  </a:lnTo>
                  <a:lnTo>
                    <a:pt x="88768" y="24473"/>
                  </a:lnTo>
                  <a:lnTo>
                    <a:pt x="52498" y="52498"/>
                  </a:lnTo>
                  <a:lnTo>
                    <a:pt x="24473" y="88768"/>
                  </a:lnTo>
                  <a:lnTo>
                    <a:pt x="6403" y="131571"/>
                  </a:lnTo>
                  <a:lnTo>
                    <a:pt x="0" y="179197"/>
                  </a:lnTo>
                  <a:lnTo>
                    <a:pt x="0" y="893698"/>
                  </a:lnTo>
                  <a:lnTo>
                    <a:pt x="6403" y="941324"/>
                  </a:lnTo>
                  <a:lnTo>
                    <a:pt x="24473" y="984127"/>
                  </a:lnTo>
                  <a:lnTo>
                    <a:pt x="52498" y="1020397"/>
                  </a:lnTo>
                  <a:lnTo>
                    <a:pt x="88768" y="1048422"/>
                  </a:lnTo>
                  <a:lnTo>
                    <a:pt x="131571" y="1066492"/>
                  </a:lnTo>
                  <a:lnTo>
                    <a:pt x="179196" y="1072895"/>
                  </a:lnTo>
                  <a:lnTo>
                    <a:pt x="2207386" y="1072895"/>
                  </a:lnTo>
                  <a:lnTo>
                    <a:pt x="2255012" y="1066492"/>
                  </a:lnTo>
                  <a:lnTo>
                    <a:pt x="2297815" y="1048422"/>
                  </a:lnTo>
                  <a:lnTo>
                    <a:pt x="2334085" y="1020397"/>
                  </a:lnTo>
                  <a:lnTo>
                    <a:pt x="2362110" y="984127"/>
                  </a:lnTo>
                  <a:lnTo>
                    <a:pt x="2380180" y="941324"/>
                  </a:lnTo>
                  <a:lnTo>
                    <a:pt x="2386583" y="893698"/>
                  </a:lnTo>
                  <a:lnTo>
                    <a:pt x="2386583" y="179197"/>
                  </a:lnTo>
                  <a:lnTo>
                    <a:pt x="2380180" y="131571"/>
                  </a:lnTo>
                  <a:lnTo>
                    <a:pt x="2362110" y="88768"/>
                  </a:lnTo>
                  <a:lnTo>
                    <a:pt x="2334085" y="52498"/>
                  </a:lnTo>
                  <a:lnTo>
                    <a:pt x="2297815" y="24473"/>
                  </a:lnTo>
                  <a:lnTo>
                    <a:pt x="2255012" y="6403"/>
                  </a:lnTo>
                  <a:lnTo>
                    <a:pt x="2207386" y="0"/>
                  </a:lnTo>
                  <a:close/>
                </a:path>
              </a:pathLst>
            </a:custGeom>
            <a:solidFill>
              <a:srgbClr val="EFEFE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06077" y="3261106"/>
              <a:ext cx="2057780" cy="33832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06077" y="3535426"/>
              <a:ext cx="2057780" cy="33832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6077" y="3809746"/>
              <a:ext cx="1143380" cy="338327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2610611" y="4434840"/>
            <a:ext cx="280670" cy="321945"/>
            <a:chOff x="2610611" y="4434840"/>
            <a:chExt cx="280670" cy="321945"/>
          </a:xfrm>
        </p:grpSpPr>
        <p:sp>
          <p:nvSpPr>
            <p:cNvPr id="30" name="object 30"/>
            <p:cNvSpPr/>
            <p:nvPr/>
          </p:nvSpPr>
          <p:spPr>
            <a:xfrm>
              <a:off x="2616707" y="4440936"/>
              <a:ext cx="268605" cy="309880"/>
            </a:xfrm>
            <a:custGeom>
              <a:avLst/>
              <a:gdLst/>
              <a:ahLst/>
              <a:cxnLst/>
              <a:rect l="l" t="t" r="r" b="b"/>
              <a:pathLst>
                <a:path w="268605" h="309879">
                  <a:moveTo>
                    <a:pt x="201168" y="0"/>
                  </a:moveTo>
                  <a:lnTo>
                    <a:pt x="67056" y="0"/>
                  </a:lnTo>
                  <a:lnTo>
                    <a:pt x="67056" y="175259"/>
                  </a:lnTo>
                  <a:lnTo>
                    <a:pt x="0" y="175259"/>
                  </a:lnTo>
                  <a:lnTo>
                    <a:pt x="134112" y="309371"/>
                  </a:lnTo>
                  <a:lnTo>
                    <a:pt x="268224" y="175259"/>
                  </a:lnTo>
                  <a:lnTo>
                    <a:pt x="201168" y="175259"/>
                  </a:lnTo>
                  <a:lnTo>
                    <a:pt x="201168" y="0"/>
                  </a:lnTo>
                  <a:close/>
                </a:path>
              </a:pathLst>
            </a:custGeom>
            <a:solidFill>
              <a:srgbClr val="5F95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616707" y="4440936"/>
              <a:ext cx="268605" cy="309880"/>
            </a:xfrm>
            <a:custGeom>
              <a:avLst/>
              <a:gdLst/>
              <a:ahLst/>
              <a:cxnLst/>
              <a:rect l="l" t="t" r="r" b="b"/>
              <a:pathLst>
                <a:path w="268605" h="309879">
                  <a:moveTo>
                    <a:pt x="0" y="175259"/>
                  </a:moveTo>
                  <a:lnTo>
                    <a:pt x="67056" y="175259"/>
                  </a:lnTo>
                  <a:lnTo>
                    <a:pt x="67056" y="0"/>
                  </a:lnTo>
                  <a:lnTo>
                    <a:pt x="201168" y="0"/>
                  </a:lnTo>
                  <a:lnTo>
                    <a:pt x="201168" y="175259"/>
                  </a:lnTo>
                  <a:lnTo>
                    <a:pt x="268224" y="175259"/>
                  </a:lnTo>
                  <a:lnTo>
                    <a:pt x="134112" y="309371"/>
                  </a:lnTo>
                  <a:lnTo>
                    <a:pt x="0" y="175259"/>
                  </a:lnTo>
                  <a:close/>
                </a:path>
              </a:pathLst>
            </a:custGeom>
            <a:ln w="12192">
              <a:solidFill>
                <a:srgbClr val="2069D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771144" y="4811267"/>
            <a:ext cx="4002404" cy="472440"/>
            <a:chOff x="771144" y="4811267"/>
            <a:chExt cx="4002404" cy="472440"/>
          </a:xfrm>
        </p:grpSpPr>
        <p:sp>
          <p:nvSpPr>
            <p:cNvPr id="33" name="object 33"/>
            <p:cNvSpPr/>
            <p:nvPr/>
          </p:nvSpPr>
          <p:spPr>
            <a:xfrm>
              <a:off x="771144" y="4811267"/>
              <a:ext cx="3990340" cy="472440"/>
            </a:xfrm>
            <a:custGeom>
              <a:avLst/>
              <a:gdLst/>
              <a:ahLst/>
              <a:cxnLst/>
              <a:rect l="l" t="t" r="r" b="b"/>
              <a:pathLst>
                <a:path w="3990340" h="472439">
                  <a:moveTo>
                    <a:pt x="3910965" y="0"/>
                  </a:moveTo>
                  <a:lnTo>
                    <a:pt x="78892" y="0"/>
                  </a:lnTo>
                  <a:lnTo>
                    <a:pt x="48182" y="6197"/>
                  </a:lnTo>
                  <a:lnTo>
                    <a:pt x="23106" y="23098"/>
                  </a:lnTo>
                  <a:lnTo>
                    <a:pt x="6199" y="48166"/>
                  </a:lnTo>
                  <a:lnTo>
                    <a:pt x="0" y="78866"/>
                  </a:lnTo>
                  <a:lnTo>
                    <a:pt x="0" y="393572"/>
                  </a:lnTo>
                  <a:lnTo>
                    <a:pt x="6199" y="424273"/>
                  </a:lnTo>
                  <a:lnTo>
                    <a:pt x="23106" y="449341"/>
                  </a:lnTo>
                  <a:lnTo>
                    <a:pt x="48182" y="466242"/>
                  </a:lnTo>
                  <a:lnTo>
                    <a:pt x="78892" y="472439"/>
                  </a:lnTo>
                  <a:lnTo>
                    <a:pt x="3910965" y="472439"/>
                  </a:lnTo>
                  <a:lnTo>
                    <a:pt x="3941665" y="466242"/>
                  </a:lnTo>
                  <a:lnTo>
                    <a:pt x="3966733" y="449341"/>
                  </a:lnTo>
                  <a:lnTo>
                    <a:pt x="3983634" y="424273"/>
                  </a:lnTo>
                  <a:lnTo>
                    <a:pt x="3989831" y="393572"/>
                  </a:lnTo>
                  <a:lnTo>
                    <a:pt x="3989831" y="78866"/>
                  </a:lnTo>
                  <a:lnTo>
                    <a:pt x="3983634" y="48166"/>
                  </a:lnTo>
                  <a:lnTo>
                    <a:pt x="3966733" y="23098"/>
                  </a:lnTo>
                  <a:lnTo>
                    <a:pt x="3941665" y="6197"/>
                  </a:lnTo>
                  <a:lnTo>
                    <a:pt x="3910965" y="0"/>
                  </a:lnTo>
                  <a:close/>
                </a:path>
              </a:pathLst>
            </a:custGeom>
            <a:solidFill>
              <a:srgbClr val="EFEFE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8771" y="4879289"/>
              <a:ext cx="1829181" cy="31729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89276" y="4879289"/>
              <a:ext cx="252984" cy="31729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15767" y="4879289"/>
              <a:ext cx="2057400" cy="3172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4768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941832" y="1701038"/>
            <a:ext cx="7813675" cy="440690"/>
            <a:chOff x="941832" y="1701038"/>
            <a:chExt cx="7813675" cy="4406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1832" y="1716278"/>
              <a:ext cx="937259" cy="4221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6672" y="1716278"/>
              <a:ext cx="353567" cy="4221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43710" y="1701038"/>
              <a:ext cx="609600" cy="44043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48510" y="1716278"/>
              <a:ext cx="6706616" cy="422148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941832" y="2445969"/>
            <a:ext cx="10974705" cy="4010025"/>
            <a:chOff x="941832" y="2445969"/>
            <a:chExt cx="10974705" cy="401002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1832" y="2445969"/>
              <a:ext cx="10974324" cy="4224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5588" y="2912363"/>
              <a:ext cx="9460992" cy="35433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4768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363091" y="1778507"/>
            <a:ext cx="6296660" cy="422275"/>
            <a:chOff x="1363091" y="1778507"/>
            <a:chExt cx="6296660" cy="4222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3091" y="1778507"/>
              <a:ext cx="937260" cy="4221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7931" y="1778507"/>
              <a:ext cx="353568" cy="4221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4715" y="1778507"/>
              <a:ext cx="625449" cy="42214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7388" y="1778507"/>
              <a:ext cx="5182235" cy="422148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363091" y="2510282"/>
            <a:ext cx="9530715" cy="422275"/>
            <a:chOff x="1363091" y="2510282"/>
            <a:chExt cx="9530715" cy="42227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63091" y="2510282"/>
              <a:ext cx="1524381" cy="42214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82544" y="2510282"/>
              <a:ext cx="5609971" cy="42214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58911" y="2510282"/>
              <a:ext cx="609600" cy="4221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63711" y="2510282"/>
              <a:ext cx="555498" cy="4221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34044" y="2510282"/>
              <a:ext cx="610209" cy="42214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39097" y="2510282"/>
              <a:ext cx="1285367" cy="42214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63809" y="2510282"/>
              <a:ext cx="609600" cy="42214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468609" y="2510282"/>
              <a:ext cx="425196" cy="422148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6696" y="3224783"/>
            <a:ext cx="10058400" cy="316382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4768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3052317" y="1924176"/>
            <a:ext cx="5757545" cy="422275"/>
            <a:chOff x="3052317" y="1924176"/>
            <a:chExt cx="5757545" cy="4222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2317" y="1924176"/>
              <a:ext cx="937717" cy="4221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77411" y="1924176"/>
              <a:ext cx="353567" cy="4221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4195" y="1924176"/>
              <a:ext cx="624839" cy="42214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6615" y="1924176"/>
              <a:ext cx="609600" cy="42214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1519" y="1924176"/>
              <a:ext cx="4267835" cy="422148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6719" y="2679192"/>
            <a:ext cx="11405616" cy="373532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4768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2051050" y="1685289"/>
            <a:ext cx="5205095" cy="422275"/>
            <a:chOff x="2051050" y="1685289"/>
            <a:chExt cx="5205095" cy="4222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1050" y="1685289"/>
              <a:ext cx="1249679" cy="4221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8310" y="1685289"/>
              <a:ext cx="4267835" cy="422148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2051050" y="2417064"/>
            <a:ext cx="4613910" cy="422275"/>
            <a:chOff x="2051050" y="2417064"/>
            <a:chExt cx="4613910" cy="42227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1050" y="2417064"/>
              <a:ext cx="1249679" cy="42214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88310" y="2417064"/>
              <a:ext cx="430784" cy="42214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11397" y="2417064"/>
              <a:ext cx="2743580" cy="42214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50052" y="2417064"/>
              <a:ext cx="914857" cy="422148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6769861" y="2417064"/>
            <a:ext cx="3674745" cy="422275"/>
            <a:chOff x="6769861" y="2417064"/>
            <a:chExt cx="3674745" cy="422275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69861" y="2417064"/>
              <a:ext cx="338327" cy="4221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39025" y="2417064"/>
              <a:ext cx="228600" cy="42214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91425" y="2417064"/>
              <a:ext cx="3353180" cy="422148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32916" y="3022092"/>
            <a:ext cx="9840468" cy="344119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4768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521208" y="2735579"/>
            <a:ext cx="457200" cy="457200"/>
            <a:chOff x="521208" y="2735579"/>
            <a:chExt cx="457200" cy="457200"/>
          </a:xfrm>
        </p:grpSpPr>
        <p:sp>
          <p:nvSpPr>
            <p:cNvPr id="7" name="object 7"/>
            <p:cNvSpPr/>
            <p:nvPr/>
          </p:nvSpPr>
          <p:spPr>
            <a:xfrm>
              <a:off x="534162" y="2748533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215645" y="0"/>
                  </a:moveTo>
                  <a:lnTo>
                    <a:pt x="166199" y="5693"/>
                  </a:lnTo>
                  <a:lnTo>
                    <a:pt x="120809" y="21913"/>
                  </a:lnTo>
                  <a:lnTo>
                    <a:pt x="80769" y="47366"/>
                  </a:lnTo>
                  <a:lnTo>
                    <a:pt x="47374" y="80758"/>
                  </a:lnTo>
                  <a:lnTo>
                    <a:pt x="21918" y="120798"/>
                  </a:lnTo>
                  <a:lnTo>
                    <a:pt x="5695" y="166191"/>
                  </a:lnTo>
                  <a:lnTo>
                    <a:pt x="0" y="215645"/>
                  </a:lnTo>
                  <a:lnTo>
                    <a:pt x="5695" y="265100"/>
                  </a:lnTo>
                  <a:lnTo>
                    <a:pt x="21918" y="310493"/>
                  </a:lnTo>
                  <a:lnTo>
                    <a:pt x="47374" y="350533"/>
                  </a:lnTo>
                  <a:lnTo>
                    <a:pt x="80769" y="383925"/>
                  </a:lnTo>
                  <a:lnTo>
                    <a:pt x="120809" y="409378"/>
                  </a:lnTo>
                  <a:lnTo>
                    <a:pt x="166199" y="425598"/>
                  </a:lnTo>
                  <a:lnTo>
                    <a:pt x="215645" y="431291"/>
                  </a:lnTo>
                  <a:lnTo>
                    <a:pt x="265092" y="425598"/>
                  </a:lnTo>
                  <a:lnTo>
                    <a:pt x="310482" y="409378"/>
                  </a:lnTo>
                  <a:lnTo>
                    <a:pt x="350522" y="383925"/>
                  </a:lnTo>
                  <a:lnTo>
                    <a:pt x="383917" y="350533"/>
                  </a:lnTo>
                  <a:lnTo>
                    <a:pt x="409373" y="310493"/>
                  </a:lnTo>
                  <a:lnTo>
                    <a:pt x="425596" y="265100"/>
                  </a:lnTo>
                  <a:lnTo>
                    <a:pt x="431291" y="215645"/>
                  </a:lnTo>
                  <a:lnTo>
                    <a:pt x="425596" y="166191"/>
                  </a:lnTo>
                  <a:lnTo>
                    <a:pt x="409373" y="120798"/>
                  </a:lnTo>
                  <a:lnTo>
                    <a:pt x="383917" y="80758"/>
                  </a:lnTo>
                  <a:lnTo>
                    <a:pt x="350522" y="47366"/>
                  </a:lnTo>
                  <a:lnTo>
                    <a:pt x="310482" y="21913"/>
                  </a:lnTo>
                  <a:lnTo>
                    <a:pt x="265092" y="5693"/>
                  </a:lnTo>
                  <a:lnTo>
                    <a:pt x="215645" y="0"/>
                  </a:lnTo>
                  <a:close/>
                </a:path>
              </a:pathLst>
            </a:custGeom>
            <a:solidFill>
              <a:srgbClr val="30859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34162" y="2748533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0" y="215645"/>
                  </a:moveTo>
                  <a:lnTo>
                    <a:pt x="5695" y="166191"/>
                  </a:lnTo>
                  <a:lnTo>
                    <a:pt x="21918" y="120798"/>
                  </a:lnTo>
                  <a:lnTo>
                    <a:pt x="47374" y="80758"/>
                  </a:lnTo>
                  <a:lnTo>
                    <a:pt x="80769" y="47366"/>
                  </a:lnTo>
                  <a:lnTo>
                    <a:pt x="120809" y="21913"/>
                  </a:lnTo>
                  <a:lnTo>
                    <a:pt x="166199" y="5693"/>
                  </a:lnTo>
                  <a:lnTo>
                    <a:pt x="215645" y="0"/>
                  </a:lnTo>
                  <a:lnTo>
                    <a:pt x="265092" y="5693"/>
                  </a:lnTo>
                  <a:lnTo>
                    <a:pt x="310482" y="21913"/>
                  </a:lnTo>
                  <a:lnTo>
                    <a:pt x="350522" y="47366"/>
                  </a:lnTo>
                  <a:lnTo>
                    <a:pt x="383917" y="80758"/>
                  </a:lnTo>
                  <a:lnTo>
                    <a:pt x="409373" y="120798"/>
                  </a:lnTo>
                  <a:lnTo>
                    <a:pt x="425596" y="166191"/>
                  </a:lnTo>
                  <a:lnTo>
                    <a:pt x="431291" y="215645"/>
                  </a:lnTo>
                  <a:lnTo>
                    <a:pt x="425596" y="265100"/>
                  </a:lnTo>
                  <a:lnTo>
                    <a:pt x="409373" y="310493"/>
                  </a:lnTo>
                  <a:lnTo>
                    <a:pt x="383917" y="350533"/>
                  </a:lnTo>
                  <a:lnTo>
                    <a:pt x="350522" y="383925"/>
                  </a:lnTo>
                  <a:lnTo>
                    <a:pt x="310482" y="409378"/>
                  </a:lnTo>
                  <a:lnTo>
                    <a:pt x="265092" y="425598"/>
                  </a:lnTo>
                  <a:lnTo>
                    <a:pt x="215645" y="431291"/>
                  </a:lnTo>
                  <a:lnTo>
                    <a:pt x="166199" y="425598"/>
                  </a:lnTo>
                  <a:lnTo>
                    <a:pt x="120809" y="409378"/>
                  </a:lnTo>
                  <a:lnTo>
                    <a:pt x="80769" y="383925"/>
                  </a:lnTo>
                  <a:lnTo>
                    <a:pt x="47374" y="350533"/>
                  </a:lnTo>
                  <a:lnTo>
                    <a:pt x="21918" y="310493"/>
                  </a:lnTo>
                  <a:lnTo>
                    <a:pt x="5695" y="265100"/>
                  </a:lnTo>
                  <a:lnTo>
                    <a:pt x="0" y="215645"/>
                  </a:lnTo>
                  <a:close/>
                </a:path>
              </a:pathLst>
            </a:custGeom>
            <a:ln w="25908">
              <a:solidFill>
                <a:srgbClr val="30859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1265529" y="2752344"/>
            <a:ext cx="10215245" cy="806450"/>
            <a:chOff x="1265529" y="2752344"/>
            <a:chExt cx="10215245" cy="80645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5529" y="2752344"/>
              <a:ext cx="609600" cy="4404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355" y="2752344"/>
              <a:ext cx="914400" cy="4404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79955" y="2752344"/>
              <a:ext cx="359663" cy="4404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59787" y="2752344"/>
              <a:ext cx="914857" cy="4404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69641" y="2752344"/>
              <a:ext cx="1064183" cy="44043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00805" y="2752344"/>
              <a:ext cx="2438780" cy="44043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4786" y="2752344"/>
              <a:ext cx="1325625" cy="44043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13092" y="2752344"/>
              <a:ext cx="4267581" cy="4404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5529" y="3118104"/>
              <a:ext cx="359663" cy="44043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45387" y="3118104"/>
              <a:ext cx="1219200" cy="44043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59787" y="3118104"/>
              <a:ext cx="237744" cy="44043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78659" y="3118104"/>
              <a:ext cx="914857" cy="4404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88513" y="3118104"/>
              <a:ext cx="237743" cy="44043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07384" y="3118104"/>
              <a:ext cx="1219200" cy="440436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1601977" y="3925189"/>
            <a:ext cx="8749030" cy="440690"/>
            <a:chOff x="1601977" y="3925189"/>
            <a:chExt cx="8749030" cy="440690"/>
          </a:xfrm>
        </p:grpSpPr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01977" y="3925189"/>
              <a:ext cx="885824" cy="44043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10637" y="3925189"/>
              <a:ext cx="6759194" cy="44043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919718" y="3925189"/>
              <a:ext cx="219455" cy="44043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029446" y="3925189"/>
              <a:ext cx="656081" cy="44043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466834" y="3925189"/>
              <a:ext cx="226161" cy="44043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579863" y="3925189"/>
              <a:ext cx="719327" cy="44043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119359" y="3925189"/>
              <a:ext cx="231648" cy="4404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1669" y="813561"/>
            <a:ext cx="4271010" cy="661670"/>
            <a:chOff x="861669" y="813561"/>
            <a:chExt cx="4271010" cy="66167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61669" y="813561"/>
              <a:ext cx="2476880" cy="6614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3149" y="813561"/>
              <a:ext cx="615696" cy="6614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50996" y="813561"/>
              <a:ext cx="1981580" cy="66141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7" name="object 7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2434463" y="1643202"/>
            <a:ext cx="7316470" cy="817880"/>
            <a:chOff x="2434463" y="1643202"/>
            <a:chExt cx="7316470" cy="81788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4463" y="1643202"/>
              <a:ext cx="1829181" cy="45140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58716" y="1667586"/>
              <a:ext cx="2743581" cy="4224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97497" y="1667586"/>
              <a:ext cx="2133980" cy="4224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26552" y="1667586"/>
              <a:ext cx="1524000" cy="42245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34463" y="2033905"/>
              <a:ext cx="609600" cy="4221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39263" y="2033905"/>
              <a:ext cx="2743581" cy="4221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77917" y="2033905"/>
              <a:ext cx="609600" cy="42214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82717" y="2009521"/>
              <a:ext cx="4267835" cy="451103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1549995" y="1664207"/>
            <a:ext cx="664845" cy="653415"/>
          </a:xfrm>
          <a:custGeom>
            <a:avLst/>
            <a:gdLst/>
            <a:ahLst/>
            <a:cxnLst/>
            <a:rect l="l" t="t" r="r" b="b"/>
            <a:pathLst>
              <a:path w="664844" h="653414">
                <a:moveTo>
                  <a:pt x="341796" y="0"/>
                </a:moveTo>
                <a:lnTo>
                  <a:pt x="323508" y="0"/>
                </a:lnTo>
                <a:lnTo>
                  <a:pt x="315126" y="5206"/>
                </a:lnTo>
                <a:lnTo>
                  <a:pt x="215431" y="212725"/>
                </a:lnTo>
                <a:lnTo>
                  <a:pt x="213179" y="221676"/>
                </a:lnTo>
                <a:lnTo>
                  <a:pt x="214558" y="230520"/>
                </a:lnTo>
                <a:lnTo>
                  <a:pt x="219200" y="238246"/>
                </a:lnTo>
                <a:lnTo>
                  <a:pt x="226734" y="243839"/>
                </a:lnTo>
                <a:lnTo>
                  <a:pt x="235926" y="246022"/>
                </a:lnTo>
                <a:lnTo>
                  <a:pt x="244927" y="244633"/>
                </a:lnTo>
                <a:lnTo>
                  <a:pt x="252737" y="240053"/>
                </a:lnTo>
                <a:lnTo>
                  <a:pt x="258357" y="232663"/>
                </a:lnTo>
                <a:lnTo>
                  <a:pt x="332652" y="78231"/>
                </a:lnTo>
                <a:lnTo>
                  <a:pt x="409614" y="240156"/>
                </a:lnTo>
                <a:lnTo>
                  <a:pt x="416345" y="245109"/>
                </a:lnTo>
                <a:lnTo>
                  <a:pt x="591351" y="271652"/>
                </a:lnTo>
                <a:lnTo>
                  <a:pt x="463970" y="399414"/>
                </a:lnTo>
                <a:lnTo>
                  <a:pt x="461557" y="406907"/>
                </a:lnTo>
                <a:lnTo>
                  <a:pt x="491021" y="586104"/>
                </a:lnTo>
                <a:lnTo>
                  <a:pt x="336081" y="501776"/>
                </a:lnTo>
                <a:lnTo>
                  <a:pt x="327445" y="501776"/>
                </a:lnTo>
                <a:lnTo>
                  <a:pt x="172251" y="585596"/>
                </a:lnTo>
                <a:lnTo>
                  <a:pt x="202350" y="406653"/>
                </a:lnTo>
                <a:lnTo>
                  <a:pt x="199937" y="399161"/>
                </a:lnTo>
                <a:lnTo>
                  <a:pt x="72175" y="269875"/>
                </a:lnTo>
                <a:lnTo>
                  <a:pt x="142660" y="257937"/>
                </a:lnTo>
                <a:lnTo>
                  <a:pt x="151465" y="254551"/>
                </a:lnTo>
                <a:lnTo>
                  <a:pt x="158043" y="248380"/>
                </a:lnTo>
                <a:lnTo>
                  <a:pt x="161788" y="240256"/>
                </a:lnTo>
                <a:lnTo>
                  <a:pt x="162091" y="231012"/>
                </a:lnTo>
                <a:lnTo>
                  <a:pt x="158716" y="222375"/>
                </a:lnTo>
                <a:lnTo>
                  <a:pt x="152423" y="215915"/>
                </a:lnTo>
                <a:lnTo>
                  <a:pt x="144107" y="212242"/>
                </a:lnTo>
                <a:lnTo>
                  <a:pt x="134659" y="211962"/>
                </a:lnTo>
                <a:lnTo>
                  <a:pt x="11088" y="232917"/>
                </a:lnTo>
                <a:lnTo>
                  <a:pt x="3849" y="238887"/>
                </a:lnTo>
                <a:lnTo>
                  <a:pt x="1182" y="247141"/>
                </a:lnTo>
                <a:lnTo>
                  <a:pt x="0" y="253366"/>
                </a:lnTo>
                <a:lnTo>
                  <a:pt x="579" y="259603"/>
                </a:lnTo>
                <a:lnTo>
                  <a:pt x="2825" y="265483"/>
                </a:lnTo>
                <a:lnTo>
                  <a:pt x="6643" y="270637"/>
                </a:lnTo>
                <a:lnTo>
                  <a:pt x="152312" y="417829"/>
                </a:lnTo>
                <a:lnTo>
                  <a:pt x="117514" y="625347"/>
                </a:lnTo>
                <a:lnTo>
                  <a:pt x="139612" y="652351"/>
                </a:lnTo>
                <a:lnTo>
                  <a:pt x="146117" y="651813"/>
                </a:lnTo>
                <a:lnTo>
                  <a:pt x="152312" y="649477"/>
                </a:lnTo>
                <a:lnTo>
                  <a:pt x="331763" y="552703"/>
                </a:lnTo>
                <a:lnTo>
                  <a:pt x="510706" y="650239"/>
                </a:lnTo>
                <a:lnTo>
                  <a:pt x="514262" y="652017"/>
                </a:lnTo>
                <a:lnTo>
                  <a:pt x="518326" y="653033"/>
                </a:lnTo>
                <a:lnTo>
                  <a:pt x="522263" y="653033"/>
                </a:lnTo>
                <a:lnTo>
                  <a:pt x="527089" y="653033"/>
                </a:lnTo>
                <a:lnTo>
                  <a:pt x="545582" y="632392"/>
                </a:lnTo>
                <a:lnTo>
                  <a:pt x="545504" y="625855"/>
                </a:lnTo>
                <a:lnTo>
                  <a:pt x="511341" y="418338"/>
                </a:lnTo>
                <a:lnTo>
                  <a:pt x="657518" y="271652"/>
                </a:lnTo>
                <a:lnTo>
                  <a:pt x="661410" y="266424"/>
                </a:lnTo>
                <a:lnTo>
                  <a:pt x="663694" y="260492"/>
                </a:lnTo>
                <a:lnTo>
                  <a:pt x="664287" y="254204"/>
                </a:lnTo>
                <a:lnTo>
                  <a:pt x="663106" y="247903"/>
                </a:lnTo>
                <a:lnTo>
                  <a:pt x="660312" y="239649"/>
                </a:lnTo>
                <a:lnTo>
                  <a:pt x="653073" y="233552"/>
                </a:lnTo>
                <a:lnTo>
                  <a:pt x="443650" y="201802"/>
                </a:lnTo>
                <a:lnTo>
                  <a:pt x="350178" y="5206"/>
                </a:lnTo>
                <a:lnTo>
                  <a:pt x="341796" y="0"/>
                </a:lnTo>
                <a:close/>
              </a:path>
            </a:pathLst>
          </a:custGeom>
          <a:solidFill>
            <a:srgbClr val="FF96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7605394" y="3163570"/>
            <a:ext cx="3527425" cy="330835"/>
            <a:chOff x="7605394" y="3163570"/>
            <a:chExt cx="3527425" cy="330835"/>
          </a:xfrm>
        </p:grpSpPr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05394" y="3163570"/>
              <a:ext cx="1371980" cy="33070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48648" y="3163570"/>
              <a:ext cx="1261872" cy="33070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05364" y="3163570"/>
              <a:ext cx="649224" cy="33070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446384" y="3163570"/>
              <a:ext cx="686257" cy="330708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605394" y="3575050"/>
            <a:ext cx="1829180" cy="33070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605394" y="3986479"/>
            <a:ext cx="2743580" cy="33101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49096" y="2784348"/>
            <a:ext cx="6051804" cy="3525012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7605394" y="4749672"/>
            <a:ext cx="2286635" cy="736600"/>
            <a:chOff x="7605394" y="4749672"/>
            <a:chExt cx="2286635" cy="736600"/>
          </a:xfrm>
        </p:grpSpPr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605394" y="4749672"/>
              <a:ext cx="763524" cy="37642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114410" y="4749672"/>
              <a:ext cx="509016" cy="37642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605394" y="5155133"/>
              <a:ext cx="2286380" cy="331012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7605394" y="5566867"/>
            <a:ext cx="4290695" cy="338455"/>
            <a:chOff x="7605394" y="5566867"/>
            <a:chExt cx="4290695" cy="338455"/>
          </a:xfrm>
        </p:grpSpPr>
        <p:pic>
          <p:nvPicPr>
            <p:cNvPr id="32" name="object 3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605394" y="5566867"/>
              <a:ext cx="457200" cy="33070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833994" y="5566867"/>
              <a:ext cx="252983" cy="33070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960486" y="5566867"/>
              <a:ext cx="2057780" cy="33070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789540" y="5566867"/>
              <a:ext cx="685800" cy="33070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246740" y="5566867"/>
              <a:ext cx="457200" cy="33070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475340" y="5566867"/>
              <a:ext cx="686257" cy="33832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932921" y="5566867"/>
              <a:ext cx="632459" cy="33070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438889" y="5566867"/>
              <a:ext cx="457200" cy="330707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605394" y="5978347"/>
            <a:ext cx="1829180" cy="330708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605394" y="2715132"/>
            <a:ext cx="1018438" cy="37642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5944616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929639" y="1612391"/>
            <a:ext cx="6411595" cy="4940935"/>
            <a:chOff x="929639" y="1612391"/>
            <a:chExt cx="6411595" cy="49409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8783" y="1621535"/>
              <a:ext cx="6393179" cy="49225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34211" y="1616963"/>
              <a:ext cx="6402705" cy="4932045"/>
            </a:xfrm>
            <a:custGeom>
              <a:avLst/>
              <a:gdLst/>
              <a:ahLst/>
              <a:cxnLst/>
              <a:rect l="l" t="t" r="r" b="b"/>
              <a:pathLst>
                <a:path w="6402705" h="4932045">
                  <a:moveTo>
                    <a:pt x="0" y="4931664"/>
                  </a:moveTo>
                  <a:lnTo>
                    <a:pt x="6402324" y="4931664"/>
                  </a:lnTo>
                  <a:lnTo>
                    <a:pt x="6402324" y="0"/>
                  </a:lnTo>
                  <a:lnTo>
                    <a:pt x="0" y="0"/>
                  </a:lnTo>
                  <a:lnTo>
                    <a:pt x="0" y="4931664"/>
                  </a:lnTo>
                  <a:close/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7844028" y="2702051"/>
            <a:ext cx="3051175" cy="1278890"/>
            <a:chOff x="7844028" y="2702051"/>
            <a:chExt cx="3051175" cy="1278890"/>
          </a:xfrm>
        </p:grpSpPr>
        <p:sp>
          <p:nvSpPr>
            <p:cNvPr id="10" name="object 10"/>
            <p:cNvSpPr/>
            <p:nvPr/>
          </p:nvSpPr>
          <p:spPr>
            <a:xfrm>
              <a:off x="7848600" y="2706623"/>
              <a:ext cx="3042285" cy="1270000"/>
            </a:xfrm>
            <a:custGeom>
              <a:avLst/>
              <a:gdLst/>
              <a:ahLst/>
              <a:cxnLst/>
              <a:rect l="l" t="t" r="r" b="b"/>
              <a:pathLst>
                <a:path w="3042284" h="1270000">
                  <a:moveTo>
                    <a:pt x="2830322" y="0"/>
                  </a:moveTo>
                  <a:lnTo>
                    <a:pt x="211581" y="0"/>
                  </a:lnTo>
                  <a:lnTo>
                    <a:pt x="163072" y="5588"/>
                  </a:lnTo>
                  <a:lnTo>
                    <a:pt x="118539" y="21507"/>
                  </a:lnTo>
                  <a:lnTo>
                    <a:pt x="79253" y="46486"/>
                  </a:lnTo>
                  <a:lnTo>
                    <a:pt x="46486" y="79253"/>
                  </a:lnTo>
                  <a:lnTo>
                    <a:pt x="21507" y="118539"/>
                  </a:lnTo>
                  <a:lnTo>
                    <a:pt x="5588" y="163072"/>
                  </a:lnTo>
                  <a:lnTo>
                    <a:pt x="0" y="211581"/>
                  </a:lnTo>
                  <a:lnTo>
                    <a:pt x="0" y="1057909"/>
                  </a:lnTo>
                  <a:lnTo>
                    <a:pt x="5588" y="1106419"/>
                  </a:lnTo>
                  <a:lnTo>
                    <a:pt x="21507" y="1150952"/>
                  </a:lnTo>
                  <a:lnTo>
                    <a:pt x="46486" y="1190238"/>
                  </a:lnTo>
                  <a:lnTo>
                    <a:pt x="79253" y="1223005"/>
                  </a:lnTo>
                  <a:lnTo>
                    <a:pt x="118539" y="1247984"/>
                  </a:lnTo>
                  <a:lnTo>
                    <a:pt x="163072" y="1263903"/>
                  </a:lnTo>
                  <a:lnTo>
                    <a:pt x="211581" y="1269492"/>
                  </a:lnTo>
                  <a:lnTo>
                    <a:pt x="2830322" y="1269492"/>
                  </a:lnTo>
                  <a:lnTo>
                    <a:pt x="2878831" y="1263903"/>
                  </a:lnTo>
                  <a:lnTo>
                    <a:pt x="2923364" y="1247984"/>
                  </a:lnTo>
                  <a:lnTo>
                    <a:pt x="2962650" y="1223005"/>
                  </a:lnTo>
                  <a:lnTo>
                    <a:pt x="2995417" y="1190238"/>
                  </a:lnTo>
                  <a:lnTo>
                    <a:pt x="3020396" y="1150952"/>
                  </a:lnTo>
                  <a:lnTo>
                    <a:pt x="3036315" y="1106419"/>
                  </a:lnTo>
                  <a:lnTo>
                    <a:pt x="3041904" y="1057909"/>
                  </a:lnTo>
                  <a:lnTo>
                    <a:pt x="3041904" y="211581"/>
                  </a:lnTo>
                  <a:lnTo>
                    <a:pt x="3036315" y="163072"/>
                  </a:lnTo>
                  <a:lnTo>
                    <a:pt x="3020396" y="118539"/>
                  </a:lnTo>
                  <a:lnTo>
                    <a:pt x="2995417" y="79253"/>
                  </a:lnTo>
                  <a:lnTo>
                    <a:pt x="2962650" y="46486"/>
                  </a:lnTo>
                  <a:lnTo>
                    <a:pt x="2923364" y="21507"/>
                  </a:lnTo>
                  <a:lnTo>
                    <a:pt x="2878831" y="5588"/>
                  </a:lnTo>
                  <a:lnTo>
                    <a:pt x="2830322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848600" y="2706623"/>
              <a:ext cx="3042285" cy="1270000"/>
            </a:xfrm>
            <a:custGeom>
              <a:avLst/>
              <a:gdLst/>
              <a:ahLst/>
              <a:cxnLst/>
              <a:rect l="l" t="t" r="r" b="b"/>
              <a:pathLst>
                <a:path w="3042284" h="1270000">
                  <a:moveTo>
                    <a:pt x="0" y="211581"/>
                  </a:moveTo>
                  <a:lnTo>
                    <a:pt x="5588" y="163072"/>
                  </a:lnTo>
                  <a:lnTo>
                    <a:pt x="21507" y="118539"/>
                  </a:lnTo>
                  <a:lnTo>
                    <a:pt x="46486" y="79253"/>
                  </a:lnTo>
                  <a:lnTo>
                    <a:pt x="79253" y="46486"/>
                  </a:lnTo>
                  <a:lnTo>
                    <a:pt x="118539" y="21507"/>
                  </a:lnTo>
                  <a:lnTo>
                    <a:pt x="163072" y="5588"/>
                  </a:lnTo>
                  <a:lnTo>
                    <a:pt x="211581" y="0"/>
                  </a:lnTo>
                  <a:lnTo>
                    <a:pt x="2830322" y="0"/>
                  </a:lnTo>
                  <a:lnTo>
                    <a:pt x="2878831" y="5588"/>
                  </a:lnTo>
                  <a:lnTo>
                    <a:pt x="2923364" y="21507"/>
                  </a:lnTo>
                  <a:lnTo>
                    <a:pt x="2962650" y="46486"/>
                  </a:lnTo>
                  <a:lnTo>
                    <a:pt x="2995417" y="79253"/>
                  </a:lnTo>
                  <a:lnTo>
                    <a:pt x="3020396" y="118539"/>
                  </a:lnTo>
                  <a:lnTo>
                    <a:pt x="3036315" y="163072"/>
                  </a:lnTo>
                  <a:lnTo>
                    <a:pt x="3041904" y="211581"/>
                  </a:lnTo>
                  <a:lnTo>
                    <a:pt x="3041904" y="1057909"/>
                  </a:lnTo>
                  <a:lnTo>
                    <a:pt x="3036315" y="1106419"/>
                  </a:lnTo>
                  <a:lnTo>
                    <a:pt x="3020396" y="1150952"/>
                  </a:lnTo>
                  <a:lnTo>
                    <a:pt x="2995417" y="1190238"/>
                  </a:lnTo>
                  <a:lnTo>
                    <a:pt x="2962650" y="1223005"/>
                  </a:lnTo>
                  <a:lnTo>
                    <a:pt x="2923364" y="1247984"/>
                  </a:lnTo>
                  <a:lnTo>
                    <a:pt x="2878831" y="1263903"/>
                  </a:lnTo>
                  <a:lnTo>
                    <a:pt x="2830322" y="1269492"/>
                  </a:lnTo>
                  <a:lnTo>
                    <a:pt x="211581" y="1269492"/>
                  </a:lnTo>
                  <a:lnTo>
                    <a:pt x="163072" y="1263903"/>
                  </a:lnTo>
                  <a:lnTo>
                    <a:pt x="118539" y="1247984"/>
                  </a:lnTo>
                  <a:lnTo>
                    <a:pt x="79253" y="1223005"/>
                  </a:lnTo>
                  <a:lnTo>
                    <a:pt x="46486" y="1190238"/>
                  </a:lnTo>
                  <a:lnTo>
                    <a:pt x="21507" y="1150952"/>
                  </a:lnTo>
                  <a:lnTo>
                    <a:pt x="5588" y="1106419"/>
                  </a:lnTo>
                  <a:lnTo>
                    <a:pt x="0" y="1057909"/>
                  </a:lnTo>
                  <a:lnTo>
                    <a:pt x="0" y="211581"/>
                  </a:lnTo>
                  <a:close/>
                </a:path>
              </a:pathLst>
            </a:custGeom>
            <a:ln w="9143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7844028" y="5390388"/>
            <a:ext cx="3051175" cy="1155700"/>
            <a:chOff x="7844028" y="5390388"/>
            <a:chExt cx="3051175" cy="1155700"/>
          </a:xfrm>
        </p:grpSpPr>
        <p:sp>
          <p:nvSpPr>
            <p:cNvPr id="13" name="object 13"/>
            <p:cNvSpPr/>
            <p:nvPr/>
          </p:nvSpPr>
          <p:spPr>
            <a:xfrm>
              <a:off x="7848600" y="5394960"/>
              <a:ext cx="3042285" cy="1146175"/>
            </a:xfrm>
            <a:custGeom>
              <a:avLst/>
              <a:gdLst/>
              <a:ahLst/>
              <a:cxnLst/>
              <a:rect l="l" t="t" r="r" b="b"/>
              <a:pathLst>
                <a:path w="3042284" h="1146175">
                  <a:moveTo>
                    <a:pt x="2850896" y="0"/>
                  </a:moveTo>
                  <a:lnTo>
                    <a:pt x="191007" y="0"/>
                  </a:lnTo>
                  <a:lnTo>
                    <a:pt x="147197" y="5042"/>
                  </a:lnTo>
                  <a:lnTo>
                    <a:pt x="106987" y="19406"/>
                  </a:lnTo>
                  <a:lnTo>
                    <a:pt x="71522" y="41947"/>
                  </a:lnTo>
                  <a:lnTo>
                    <a:pt x="41947" y="71522"/>
                  </a:lnTo>
                  <a:lnTo>
                    <a:pt x="19406" y="106987"/>
                  </a:lnTo>
                  <a:lnTo>
                    <a:pt x="5042" y="147197"/>
                  </a:lnTo>
                  <a:lnTo>
                    <a:pt x="0" y="191007"/>
                  </a:lnTo>
                  <a:lnTo>
                    <a:pt x="0" y="955039"/>
                  </a:lnTo>
                  <a:lnTo>
                    <a:pt x="5042" y="998834"/>
                  </a:lnTo>
                  <a:lnTo>
                    <a:pt x="19406" y="1039038"/>
                  </a:lnTo>
                  <a:lnTo>
                    <a:pt x="41947" y="1074503"/>
                  </a:lnTo>
                  <a:lnTo>
                    <a:pt x="71522" y="1104084"/>
                  </a:lnTo>
                  <a:lnTo>
                    <a:pt x="106987" y="1126632"/>
                  </a:lnTo>
                  <a:lnTo>
                    <a:pt x="147197" y="1141003"/>
                  </a:lnTo>
                  <a:lnTo>
                    <a:pt x="191007" y="1146047"/>
                  </a:lnTo>
                  <a:lnTo>
                    <a:pt x="2850896" y="1146047"/>
                  </a:lnTo>
                  <a:lnTo>
                    <a:pt x="2894706" y="1141003"/>
                  </a:lnTo>
                  <a:lnTo>
                    <a:pt x="2934916" y="1126632"/>
                  </a:lnTo>
                  <a:lnTo>
                    <a:pt x="2970381" y="1104084"/>
                  </a:lnTo>
                  <a:lnTo>
                    <a:pt x="2999956" y="1074503"/>
                  </a:lnTo>
                  <a:lnTo>
                    <a:pt x="3022497" y="1039038"/>
                  </a:lnTo>
                  <a:lnTo>
                    <a:pt x="3036861" y="998834"/>
                  </a:lnTo>
                  <a:lnTo>
                    <a:pt x="3041904" y="955039"/>
                  </a:lnTo>
                  <a:lnTo>
                    <a:pt x="3041904" y="191007"/>
                  </a:lnTo>
                  <a:lnTo>
                    <a:pt x="3036861" y="147197"/>
                  </a:lnTo>
                  <a:lnTo>
                    <a:pt x="3022497" y="106987"/>
                  </a:lnTo>
                  <a:lnTo>
                    <a:pt x="2999956" y="71522"/>
                  </a:lnTo>
                  <a:lnTo>
                    <a:pt x="2970381" y="41947"/>
                  </a:lnTo>
                  <a:lnTo>
                    <a:pt x="2934916" y="19406"/>
                  </a:lnTo>
                  <a:lnTo>
                    <a:pt x="2894706" y="5042"/>
                  </a:lnTo>
                  <a:lnTo>
                    <a:pt x="2850896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848600" y="5394960"/>
              <a:ext cx="3042285" cy="1146175"/>
            </a:xfrm>
            <a:custGeom>
              <a:avLst/>
              <a:gdLst/>
              <a:ahLst/>
              <a:cxnLst/>
              <a:rect l="l" t="t" r="r" b="b"/>
              <a:pathLst>
                <a:path w="3042284" h="1146175">
                  <a:moveTo>
                    <a:pt x="0" y="191007"/>
                  </a:moveTo>
                  <a:lnTo>
                    <a:pt x="5042" y="147197"/>
                  </a:lnTo>
                  <a:lnTo>
                    <a:pt x="19406" y="106987"/>
                  </a:lnTo>
                  <a:lnTo>
                    <a:pt x="41947" y="71522"/>
                  </a:lnTo>
                  <a:lnTo>
                    <a:pt x="71522" y="41947"/>
                  </a:lnTo>
                  <a:lnTo>
                    <a:pt x="106987" y="19406"/>
                  </a:lnTo>
                  <a:lnTo>
                    <a:pt x="147197" y="5042"/>
                  </a:lnTo>
                  <a:lnTo>
                    <a:pt x="191007" y="0"/>
                  </a:lnTo>
                  <a:lnTo>
                    <a:pt x="2850896" y="0"/>
                  </a:lnTo>
                  <a:lnTo>
                    <a:pt x="2894706" y="5042"/>
                  </a:lnTo>
                  <a:lnTo>
                    <a:pt x="2934916" y="19406"/>
                  </a:lnTo>
                  <a:lnTo>
                    <a:pt x="2970381" y="41947"/>
                  </a:lnTo>
                  <a:lnTo>
                    <a:pt x="2999956" y="71522"/>
                  </a:lnTo>
                  <a:lnTo>
                    <a:pt x="3022497" y="106987"/>
                  </a:lnTo>
                  <a:lnTo>
                    <a:pt x="3036861" y="147197"/>
                  </a:lnTo>
                  <a:lnTo>
                    <a:pt x="3041904" y="191007"/>
                  </a:lnTo>
                  <a:lnTo>
                    <a:pt x="3041904" y="955039"/>
                  </a:lnTo>
                  <a:lnTo>
                    <a:pt x="3036861" y="998834"/>
                  </a:lnTo>
                  <a:lnTo>
                    <a:pt x="3022497" y="1039038"/>
                  </a:lnTo>
                  <a:lnTo>
                    <a:pt x="2999956" y="1074503"/>
                  </a:lnTo>
                  <a:lnTo>
                    <a:pt x="2970381" y="1104084"/>
                  </a:lnTo>
                  <a:lnTo>
                    <a:pt x="2934916" y="1126632"/>
                  </a:lnTo>
                  <a:lnTo>
                    <a:pt x="2894706" y="1141003"/>
                  </a:lnTo>
                  <a:lnTo>
                    <a:pt x="2850896" y="1146047"/>
                  </a:lnTo>
                  <a:lnTo>
                    <a:pt x="191007" y="1146047"/>
                  </a:lnTo>
                  <a:lnTo>
                    <a:pt x="147197" y="1141003"/>
                  </a:lnTo>
                  <a:lnTo>
                    <a:pt x="106987" y="1126632"/>
                  </a:lnTo>
                  <a:lnTo>
                    <a:pt x="71522" y="1104084"/>
                  </a:lnTo>
                  <a:lnTo>
                    <a:pt x="41947" y="1074503"/>
                  </a:lnTo>
                  <a:lnTo>
                    <a:pt x="19406" y="1039038"/>
                  </a:lnTo>
                  <a:lnTo>
                    <a:pt x="5042" y="998834"/>
                  </a:lnTo>
                  <a:lnTo>
                    <a:pt x="0" y="955039"/>
                  </a:lnTo>
                  <a:lnTo>
                    <a:pt x="0" y="191007"/>
                  </a:lnTo>
                  <a:close/>
                </a:path>
              </a:pathLst>
            </a:custGeom>
            <a:ln w="9144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8082660" y="2828798"/>
            <a:ext cx="2838450" cy="1024255"/>
            <a:chOff x="8082660" y="2828798"/>
            <a:chExt cx="2838450" cy="102425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82660" y="2828798"/>
              <a:ext cx="2838069" cy="29260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82660" y="3072638"/>
              <a:ext cx="2027301" cy="2926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7269" y="3072638"/>
              <a:ext cx="1013459" cy="2926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82660" y="3316478"/>
              <a:ext cx="2838069" cy="29260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82660" y="3560318"/>
              <a:ext cx="608076" cy="292608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8083295" y="5472379"/>
            <a:ext cx="2705735" cy="1024890"/>
            <a:chOff x="8083295" y="5472379"/>
            <a:chExt cx="2705735" cy="1024890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83295" y="5472379"/>
              <a:ext cx="594741" cy="2929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59037" y="5472379"/>
              <a:ext cx="2229993" cy="29291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83295" y="5716828"/>
              <a:ext cx="2635630" cy="29260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83295" y="5960668"/>
              <a:ext cx="2635630" cy="29260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83295" y="6204508"/>
              <a:ext cx="608533" cy="29260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88933" y="6204508"/>
              <a:ext cx="594359" cy="29260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964421" y="6204508"/>
              <a:ext cx="1216152" cy="292608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7844028" y="1536191"/>
            <a:ext cx="3051175" cy="1030605"/>
            <a:chOff x="7844028" y="1536191"/>
            <a:chExt cx="3051175" cy="1030605"/>
          </a:xfrm>
        </p:grpSpPr>
        <p:sp>
          <p:nvSpPr>
            <p:cNvPr id="30" name="object 30"/>
            <p:cNvSpPr/>
            <p:nvPr/>
          </p:nvSpPr>
          <p:spPr>
            <a:xfrm>
              <a:off x="7848600" y="1540763"/>
              <a:ext cx="3042285" cy="1021080"/>
            </a:xfrm>
            <a:custGeom>
              <a:avLst/>
              <a:gdLst/>
              <a:ahLst/>
              <a:cxnLst/>
              <a:rect l="l" t="t" r="r" b="b"/>
              <a:pathLst>
                <a:path w="3042284" h="1021080">
                  <a:moveTo>
                    <a:pt x="2871724" y="0"/>
                  </a:moveTo>
                  <a:lnTo>
                    <a:pt x="170179" y="0"/>
                  </a:lnTo>
                  <a:lnTo>
                    <a:pt x="124942" y="6079"/>
                  </a:lnTo>
                  <a:lnTo>
                    <a:pt x="84290" y="23236"/>
                  </a:lnTo>
                  <a:lnTo>
                    <a:pt x="49847" y="49847"/>
                  </a:lnTo>
                  <a:lnTo>
                    <a:pt x="23236" y="84290"/>
                  </a:lnTo>
                  <a:lnTo>
                    <a:pt x="6079" y="124942"/>
                  </a:lnTo>
                  <a:lnTo>
                    <a:pt x="0" y="170180"/>
                  </a:lnTo>
                  <a:lnTo>
                    <a:pt x="0" y="850900"/>
                  </a:lnTo>
                  <a:lnTo>
                    <a:pt x="6079" y="896137"/>
                  </a:lnTo>
                  <a:lnTo>
                    <a:pt x="23236" y="936789"/>
                  </a:lnTo>
                  <a:lnTo>
                    <a:pt x="49847" y="971232"/>
                  </a:lnTo>
                  <a:lnTo>
                    <a:pt x="84290" y="997843"/>
                  </a:lnTo>
                  <a:lnTo>
                    <a:pt x="124942" y="1015000"/>
                  </a:lnTo>
                  <a:lnTo>
                    <a:pt x="170179" y="1021080"/>
                  </a:lnTo>
                  <a:lnTo>
                    <a:pt x="2871724" y="1021080"/>
                  </a:lnTo>
                  <a:lnTo>
                    <a:pt x="2916961" y="1015000"/>
                  </a:lnTo>
                  <a:lnTo>
                    <a:pt x="2957613" y="997843"/>
                  </a:lnTo>
                  <a:lnTo>
                    <a:pt x="2992056" y="971232"/>
                  </a:lnTo>
                  <a:lnTo>
                    <a:pt x="3018667" y="936789"/>
                  </a:lnTo>
                  <a:lnTo>
                    <a:pt x="3035824" y="896137"/>
                  </a:lnTo>
                  <a:lnTo>
                    <a:pt x="3041904" y="850900"/>
                  </a:lnTo>
                  <a:lnTo>
                    <a:pt x="3041904" y="170180"/>
                  </a:lnTo>
                  <a:lnTo>
                    <a:pt x="3035824" y="124942"/>
                  </a:lnTo>
                  <a:lnTo>
                    <a:pt x="3018667" y="84290"/>
                  </a:lnTo>
                  <a:lnTo>
                    <a:pt x="2992056" y="49847"/>
                  </a:lnTo>
                  <a:lnTo>
                    <a:pt x="2957613" y="23236"/>
                  </a:lnTo>
                  <a:lnTo>
                    <a:pt x="2916961" y="6079"/>
                  </a:lnTo>
                  <a:lnTo>
                    <a:pt x="2871724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848600" y="1540763"/>
              <a:ext cx="3042285" cy="1021080"/>
            </a:xfrm>
            <a:custGeom>
              <a:avLst/>
              <a:gdLst/>
              <a:ahLst/>
              <a:cxnLst/>
              <a:rect l="l" t="t" r="r" b="b"/>
              <a:pathLst>
                <a:path w="3042284" h="1021080">
                  <a:moveTo>
                    <a:pt x="0" y="170180"/>
                  </a:moveTo>
                  <a:lnTo>
                    <a:pt x="6079" y="124942"/>
                  </a:lnTo>
                  <a:lnTo>
                    <a:pt x="23236" y="84290"/>
                  </a:lnTo>
                  <a:lnTo>
                    <a:pt x="49847" y="49847"/>
                  </a:lnTo>
                  <a:lnTo>
                    <a:pt x="84290" y="23236"/>
                  </a:lnTo>
                  <a:lnTo>
                    <a:pt x="124942" y="6079"/>
                  </a:lnTo>
                  <a:lnTo>
                    <a:pt x="170179" y="0"/>
                  </a:lnTo>
                  <a:lnTo>
                    <a:pt x="2871724" y="0"/>
                  </a:lnTo>
                  <a:lnTo>
                    <a:pt x="2916961" y="6079"/>
                  </a:lnTo>
                  <a:lnTo>
                    <a:pt x="2957613" y="23236"/>
                  </a:lnTo>
                  <a:lnTo>
                    <a:pt x="2992056" y="49847"/>
                  </a:lnTo>
                  <a:lnTo>
                    <a:pt x="3018667" y="84290"/>
                  </a:lnTo>
                  <a:lnTo>
                    <a:pt x="3035824" y="124942"/>
                  </a:lnTo>
                  <a:lnTo>
                    <a:pt x="3041904" y="170180"/>
                  </a:lnTo>
                  <a:lnTo>
                    <a:pt x="3041904" y="850900"/>
                  </a:lnTo>
                  <a:lnTo>
                    <a:pt x="3035824" y="896137"/>
                  </a:lnTo>
                  <a:lnTo>
                    <a:pt x="3018667" y="936789"/>
                  </a:lnTo>
                  <a:lnTo>
                    <a:pt x="2992056" y="971232"/>
                  </a:lnTo>
                  <a:lnTo>
                    <a:pt x="2957613" y="997843"/>
                  </a:lnTo>
                  <a:lnTo>
                    <a:pt x="2916961" y="1015000"/>
                  </a:lnTo>
                  <a:lnTo>
                    <a:pt x="2871724" y="1021080"/>
                  </a:lnTo>
                  <a:lnTo>
                    <a:pt x="170179" y="1021080"/>
                  </a:lnTo>
                  <a:lnTo>
                    <a:pt x="124942" y="1015000"/>
                  </a:lnTo>
                  <a:lnTo>
                    <a:pt x="84290" y="997843"/>
                  </a:lnTo>
                  <a:lnTo>
                    <a:pt x="49847" y="971232"/>
                  </a:lnTo>
                  <a:lnTo>
                    <a:pt x="23236" y="936789"/>
                  </a:lnTo>
                  <a:lnTo>
                    <a:pt x="6079" y="896137"/>
                  </a:lnTo>
                  <a:lnTo>
                    <a:pt x="0" y="850900"/>
                  </a:lnTo>
                  <a:lnTo>
                    <a:pt x="0" y="170180"/>
                  </a:lnTo>
                  <a:close/>
                </a:path>
              </a:pathLst>
            </a:custGeom>
            <a:ln w="9144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161909" y="1760219"/>
              <a:ext cx="2229993" cy="29260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89210" y="1760219"/>
              <a:ext cx="405383" cy="29260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391902" y="1760219"/>
              <a:ext cx="405993" cy="29260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161909" y="2004009"/>
              <a:ext cx="608533" cy="29291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567674" y="2004009"/>
              <a:ext cx="237744" cy="29291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86546" y="2004009"/>
              <a:ext cx="1216152" cy="29291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750298" y="2004009"/>
              <a:ext cx="405383" cy="292912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7844028" y="4108703"/>
            <a:ext cx="3083560" cy="1156970"/>
            <a:chOff x="7844028" y="4108703"/>
            <a:chExt cx="3083560" cy="1156970"/>
          </a:xfrm>
        </p:grpSpPr>
        <p:sp>
          <p:nvSpPr>
            <p:cNvPr id="40" name="object 40"/>
            <p:cNvSpPr/>
            <p:nvPr/>
          </p:nvSpPr>
          <p:spPr>
            <a:xfrm>
              <a:off x="7848600" y="4113275"/>
              <a:ext cx="3042285" cy="1148080"/>
            </a:xfrm>
            <a:custGeom>
              <a:avLst/>
              <a:gdLst/>
              <a:ahLst/>
              <a:cxnLst/>
              <a:rect l="l" t="t" r="r" b="b"/>
              <a:pathLst>
                <a:path w="3042284" h="1148079">
                  <a:moveTo>
                    <a:pt x="2850642" y="0"/>
                  </a:moveTo>
                  <a:lnTo>
                    <a:pt x="191261" y="0"/>
                  </a:lnTo>
                  <a:lnTo>
                    <a:pt x="147397" y="5049"/>
                  </a:lnTo>
                  <a:lnTo>
                    <a:pt x="107135" y="19434"/>
                  </a:lnTo>
                  <a:lnTo>
                    <a:pt x="71623" y="42007"/>
                  </a:lnTo>
                  <a:lnTo>
                    <a:pt x="42007" y="71623"/>
                  </a:lnTo>
                  <a:lnTo>
                    <a:pt x="19434" y="107135"/>
                  </a:lnTo>
                  <a:lnTo>
                    <a:pt x="5049" y="147397"/>
                  </a:lnTo>
                  <a:lnTo>
                    <a:pt x="0" y="191262"/>
                  </a:lnTo>
                  <a:lnTo>
                    <a:pt x="0" y="956310"/>
                  </a:lnTo>
                  <a:lnTo>
                    <a:pt x="5049" y="1000174"/>
                  </a:lnTo>
                  <a:lnTo>
                    <a:pt x="19434" y="1040436"/>
                  </a:lnTo>
                  <a:lnTo>
                    <a:pt x="42007" y="1075948"/>
                  </a:lnTo>
                  <a:lnTo>
                    <a:pt x="71623" y="1105564"/>
                  </a:lnTo>
                  <a:lnTo>
                    <a:pt x="107135" y="1128137"/>
                  </a:lnTo>
                  <a:lnTo>
                    <a:pt x="147397" y="1142522"/>
                  </a:lnTo>
                  <a:lnTo>
                    <a:pt x="191261" y="1147572"/>
                  </a:lnTo>
                  <a:lnTo>
                    <a:pt x="2850642" y="1147572"/>
                  </a:lnTo>
                  <a:lnTo>
                    <a:pt x="2894506" y="1142522"/>
                  </a:lnTo>
                  <a:lnTo>
                    <a:pt x="2934768" y="1128137"/>
                  </a:lnTo>
                  <a:lnTo>
                    <a:pt x="2970280" y="1105564"/>
                  </a:lnTo>
                  <a:lnTo>
                    <a:pt x="2999896" y="1075948"/>
                  </a:lnTo>
                  <a:lnTo>
                    <a:pt x="3022469" y="1040436"/>
                  </a:lnTo>
                  <a:lnTo>
                    <a:pt x="3036854" y="1000174"/>
                  </a:lnTo>
                  <a:lnTo>
                    <a:pt x="3041904" y="956310"/>
                  </a:lnTo>
                  <a:lnTo>
                    <a:pt x="3041904" y="191262"/>
                  </a:lnTo>
                  <a:lnTo>
                    <a:pt x="3036854" y="147397"/>
                  </a:lnTo>
                  <a:lnTo>
                    <a:pt x="3022469" y="107135"/>
                  </a:lnTo>
                  <a:lnTo>
                    <a:pt x="2999896" y="71623"/>
                  </a:lnTo>
                  <a:lnTo>
                    <a:pt x="2970280" y="42007"/>
                  </a:lnTo>
                  <a:lnTo>
                    <a:pt x="2934768" y="19434"/>
                  </a:lnTo>
                  <a:lnTo>
                    <a:pt x="2894506" y="5049"/>
                  </a:lnTo>
                  <a:lnTo>
                    <a:pt x="2850642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848600" y="4113275"/>
              <a:ext cx="3042285" cy="1148080"/>
            </a:xfrm>
            <a:custGeom>
              <a:avLst/>
              <a:gdLst/>
              <a:ahLst/>
              <a:cxnLst/>
              <a:rect l="l" t="t" r="r" b="b"/>
              <a:pathLst>
                <a:path w="3042284" h="1148079">
                  <a:moveTo>
                    <a:pt x="0" y="191262"/>
                  </a:moveTo>
                  <a:lnTo>
                    <a:pt x="5049" y="147397"/>
                  </a:lnTo>
                  <a:lnTo>
                    <a:pt x="19434" y="107135"/>
                  </a:lnTo>
                  <a:lnTo>
                    <a:pt x="42007" y="71623"/>
                  </a:lnTo>
                  <a:lnTo>
                    <a:pt x="71623" y="42007"/>
                  </a:lnTo>
                  <a:lnTo>
                    <a:pt x="107135" y="19434"/>
                  </a:lnTo>
                  <a:lnTo>
                    <a:pt x="147397" y="5049"/>
                  </a:lnTo>
                  <a:lnTo>
                    <a:pt x="191261" y="0"/>
                  </a:lnTo>
                  <a:lnTo>
                    <a:pt x="2850642" y="0"/>
                  </a:lnTo>
                  <a:lnTo>
                    <a:pt x="2894506" y="5049"/>
                  </a:lnTo>
                  <a:lnTo>
                    <a:pt x="2934768" y="19434"/>
                  </a:lnTo>
                  <a:lnTo>
                    <a:pt x="2970280" y="42007"/>
                  </a:lnTo>
                  <a:lnTo>
                    <a:pt x="2999896" y="71623"/>
                  </a:lnTo>
                  <a:lnTo>
                    <a:pt x="3022469" y="107135"/>
                  </a:lnTo>
                  <a:lnTo>
                    <a:pt x="3036854" y="147397"/>
                  </a:lnTo>
                  <a:lnTo>
                    <a:pt x="3041904" y="191262"/>
                  </a:lnTo>
                  <a:lnTo>
                    <a:pt x="3041904" y="956310"/>
                  </a:lnTo>
                  <a:lnTo>
                    <a:pt x="3036854" y="1000174"/>
                  </a:lnTo>
                  <a:lnTo>
                    <a:pt x="3022469" y="1040436"/>
                  </a:lnTo>
                  <a:lnTo>
                    <a:pt x="2999896" y="1075948"/>
                  </a:lnTo>
                  <a:lnTo>
                    <a:pt x="2970280" y="1105564"/>
                  </a:lnTo>
                  <a:lnTo>
                    <a:pt x="2934768" y="1128137"/>
                  </a:lnTo>
                  <a:lnTo>
                    <a:pt x="2894506" y="1142522"/>
                  </a:lnTo>
                  <a:lnTo>
                    <a:pt x="2850642" y="1147572"/>
                  </a:lnTo>
                  <a:lnTo>
                    <a:pt x="191261" y="1147572"/>
                  </a:lnTo>
                  <a:lnTo>
                    <a:pt x="147397" y="1142522"/>
                  </a:lnTo>
                  <a:lnTo>
                    <a:pt x="107135" y="1128137"/>
                  </a:lnTo>
                  <a:lnTo>
                    <a:pt x="71623" y="1105564"/>
                  </a:lnTo>
                  <a:lnTo>
                    <a:pt x="42007" y="1075948"/>
                  </a:lnTo>
                  <a:lnTo>
                    <a:pt x="19434" y="1040436"/>
                  </a:lnTo>
                  <a:lnTo>
                    <a:pt x="5049" y="1000174"/>
                  </a:lnTo>
                  <a:lnTo>
                    <a:pt x="0" y="956310"/>
                  </a:lnTo>
                  <a:lnTo>
                    <a:pt x="0" y="191262"/>
                  </a:lnTo>
                  <a:close/>
                </a:path>
              </a:pathLst>
            </a:custGeom>
            <a:ln w="9143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082661" y="4194301"/>
              <a:ext cx="405383" cy="29260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285353" y="4194301"/>
              <a:ext cx="237744" cy="29260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404225" y="4194301"/>
              <a:ext cx="1824608" cy="29260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026142" y="4194301"/>
              <a:ext cx="810768" cy="29260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082661" y="4438141"/>
              <a:ext cx="2635377" cy="29260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082661" y="4681981"/>
              <a:ext cx="2844546" cy="29260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082661" y="4925517"/>
              <a:ext cx="1824608" cy="2929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2948" y="2183383"/>
            <a:ext cx="76542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如：Luxury</a:t>
            </a:r>
            <a:r>
              <a:rPr sz="2000" b="1" spc="-3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King</a:t>
            </a:r>
            <a:r>
              <a:rPr sz="2000" b="1" spc="-2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Size</a:t>
            </a:r>
            <a:r>
              <a:rPr sz="2000" b="1" spc="-3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Wooden</a:t>
            </a:r>
            <a:r>
              <a:rPr sz="2000" b="1" spc="-5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Frame</a:t>
            </a:r>
            <a:r>
              <a:rPr sz="2000" b="1" spc="-4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Headboard</a:t>
            </a:r>
            <a:r>
              <a:rPr sz="2000" b="1" spc="-6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Hotel</a:t>
            </a:r>
            <a:r>
              <a:rPr sz="2000" b="1" spc="-4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微软雅黑"/>
                <a:cs typeface="微软雅黑"/>
              </a:rPr>
              <a:t>Beds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2948" y="2640279"/>
            <a:ext cx="1043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FFFFFF"/>
                </a:solidFill>
                <a:latin typeface="微软雅黑"/>
                <a:cs typeface="微软雅黑"/>
              </a:rPr>
              <a:t>关键词：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3738" y="2488113"/>
            <a:ext cx="7846059" cy="32277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000" b="1" dirty="0">
                <a:solidFill>
                  <a:srgbClr val="FFC000"/>
                </a:solidFill>
                <a:latin typeface="微软雅黑"/>
                <a:cs typeface="微软雅黑"/>
              </a:rPr>
              <a:t>Hotel</a:t>
            </a:r>
            <a:r>
              <a:rPr sz="2000" b="1" spc="-60" dirty="0">
                <a:solidFill>
                  <a:srgbClr val="FFC000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FFC000"/>
                </a:solidFill>
                <a:latin typeface="微软雅黑"/>
                <a:cs typeface="微软雅黑"/>
              </a:rPr>
              <a:t>Beds</a:t>
            </a:r>
            <a:r>
              <a:rPr sz="2000" b="1" spc="-35" dirty="0">
                <a:solidFill>
                  <a:srgbClr val="FFC000"/>
                </a:solidFill>
                <a:latin typeface="微软雅黑"/>
                <a:cs typeface="微软雅黑"/>
              </a:rPr>
              <a:t> </a:t>
            </a:r>
            <a:r>
              <a:rPr sz="2000" b="1" spc="-50" dirty="0">
                <a:solidFill>
                  <a:srgbClr val="FFC000"/>
                </a:solidFill>
                <a:latin typeface="微软雅黑"/>
                <a:cs typeface="微软雅黑"/>
              </a:rPr>
              <a:t>√</a:t>
            </a:r>
            <a:endParaRPr sz="2000">
              <a:latin typeface="微软雅黑"/>
              <a:cs typeface="微软雅黑"/>
            </a:endParaRPr>
          </a:p>
          <a:p>
            <a:pPr marL="40005" marR="3475990">
              <a:lnSpc>
                <a:spcPct val="150000"/>
              </a:lnSpc>
            </a:pPr>
            <a:r>
              <a:rPr sz="2000" b="1" dirty="0">
                <a:solidFill>
                  <a:srgbClr val="FFC000"/>
                </a:solidFill>
                <a:latin typeface="微软雅黑"/>
                <a:cs typeface="微软雅黑"/>
              </a:rPr>
              <a:t>Wooden</a:t>
            </a:r>
            <a:r>
              <a:rPr sz="2000" b="1" spc="-80" dirty="0">
                <a:solidFill>
                  <a:srgbClr val="FFC000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FFC000"/>
                </a:solidFill>
                <a:latin typeface="微软雅黑"/>
                <a:cs typeface="微软雅黑"/>
              </a:rPr>
              <a:t>Frame</a:t>
            </a:r>
            <a:r>
              <a:rPr sz="2000" b="1" spc="-65" dirty="0">
                <a:solidFill>
                  <a:srgbClr val="FFC000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FFC000"/>
                </a:solidFill>
                <a:latin typeface="微软雅黑"/>
                <a:cs typeface="微软雅黑"/>
              </a:rPr>
              <a:t>Headboard</a:t>
            </a:r>
            <a:r>
              <a:rPr sz="2000" b="1" spc="-65" dirty="0">
                <a:solidFill>
                  <a:srgbClr val="FFC000"/>
                </a:solidFill>
                <a:latin typeface="微软雅黑"/>
                <a:cs typeface="微软雅黑"/>
              </a:rPr>
              <a:t> </a:t>
            </a:r>
            <a:r>
              <a:rPr sz="2000" b="1" spc="-10" dirty="0">
                <a:solidFill>
                  <a:srgbClr val="FFC000"/>
                </a:solidFill>
                <a:latin typeface="微软雅黑"/>
                <a:cs typeface="微软雅黑"/>
              </a:rPr>
              <a:t>Beds√ </a:t>
            </a:r>
            <a:r>
              <a:rPr sz="2000" b="1" dirty="0">
                <a:solidFill>
                  <a:srgbClr val="FFC000"/>
                </a:solidFill>
                <a:latin typeface="微软雅黑"/>
                <a:cs typeface="微软雅黑"/>
              </a:rPr>
              <a:t>King</a:t>
            </a:r>
            <a:r>
              <a:rPr sz="2000" b="1" spc="-15" dirty="0">
                <a:solidFill>
                  <a:srgbClr val="FFC000"/>
                </a:solidFill>
                <a:latin typeface="微软雅黑"/>
                <a:cs typeface="微软雅黑"/>
              </a:rPr>
              <a:t> </a:t>
            </a:r>
            <a:r>
              <a:rPr sz="2000" b="1" dirty="0">
                <a:solidFill>
                  <a:srgbClr val="FFC000"/>
                </a:solidFill>
                <a:latin typeface="微软雅黑"/>
                <a:cs typeface="微软雅黑"/>
              </a:rPr>
              <a:t>Size</a:t>
            </a:r>
            <a:r>
              <a:rPr sz="2000" b="1" spc="-20" dirty="0">
                <a:solidFill>
                  <a:srgbClr val="FFC000"/>
                </a:solidFill>
                <a:latin typeface="微软雅黑"/>
                <a:cs typeface="微软雅黑"/>
              </a:rPr>
              <a:t> </a:t>
            </a:r>
            <a:r>
              <a:rPr sz="2000" b="1" spc="-10" dirty="0">
                <a:solidFill>
                  <a:srgbClr val="FFC000"/>
                </a:solidFill>
                <a:latin typeface="微软雅黑"/>
                <a:cs typeface="微软雅黑"/>
              </a:rPr>
              <a:t>Beds√</a:t>
            </a:r>
            <a:endParaRPr sz="2000">
              <a:latin typeface="微软雅黑"/>
              <a:cs typeface="微软雅黑"/>
            </a:endParaRPr>
          </a:p>
          <a:p>
            <a:pPr marL="4000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Double</a:t>
            </a:r>
            <a:r>
              <a:rPr sz="2000" spc="-2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bed（</a:t>
            </a:r>
            <a:r>
              <a:rPr sz="2000" spc="-25" dirty="0">
                <a:solidFill>
                  <a:srgbClr val="FFFFFF"/>
                </a:solidFill>
                <a:latin typeface="微软雅黑"/>
                <a:cs typeface="微软雅黑"/>
              </a:rPr>
              <a:t>如果产品确实为该属性，可设置建议后置</a:t>
            </a:r>
            <a:r>
              <a:rPr sz="2000" spc="-50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  <a:p>
            <a:pPr marL="40005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Bed</a:t>
            </a:r>
            <a:r>
              <a:rPr sz="2000" spc="-3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r>
              <a:rPr sz="2000" spc="-15" dirty="0">
                <a:solidFill>
                  <a:srgbClr val="FFFFFF"/>
                </a:solidFill>
                <a:latin typeface="微软雅黑"/>
                <a:cs typeface="微软雅黑"/>
              </a:rPr>
              <a:t>关键词数量太短且无修饰词，建议后置</a:t>
            </a:r>
            <a:r>
              <a:rPr sz="2000" spc="-50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  <a:p>
            <a:pPr marL="4127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Hotel</a:t>
            </a:r>
            <a:r>
              <a:rPr sz="2000" spc="-5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Furniture</a:t>
            </a:r>
            <a:r>
              <a:rPr sz="2000" spc="-5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r>
              <a:rPr sz="2000" spc="-25" dirty="0">
                <a:solidFill>
                  <a:srgbClr val="FFFFFF"/>
                </a:solidFill>
                <a:latin typeface="微软雅黑"/>
                <a:cs typeface="微软雅黑"/>
              </a:rPr>
              <a:t>未体现中心词“ </a:t>
            </a:r>
            <a:r>
              <a:rPr sz="2000" spc="-10" dirty="0">
                <a:solidFill>
                  <a:srgbClr val="FFFFFF"/>
                </a:solidFill>
                <a:latin typeface="微软雅黑"/>
                <a:cs typeface="微软雅黑"/>
              </a:rPr>
              <a:t>Bed</a:t>
            </a:r>
            <a:r>
              <a:rPr sz="2000" spc="-15" dirty="0">
                <a:solidFill>
                  <a:srgbClr val="FFFFFF"/>
                </a:solidFill>
                <a:latin typeface="微软雅黑"/>
                <a:cs typeface="微软雅黑"/>
              </a:rPr>
              <a:t>”且相关度不够，建议后置</a:t>
            </a:r>
            <a:r>
              <a:rPr sz="2000" spc="-50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  <a:p>
            <a:pPr marL="4000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Sofa</a:t>
            </a:r>
            <a:r>
              <a:rPr sz="2000" spc="-2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Beds</a:t>
            </a:r>
            <a:r>
              <a:rPr sz="2000" spc="-2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r>
              <a:rPr sz="2000" spc="-25" dirty="0">
                <a:solidFill>
                  <a:srgbClr val="FFFFFF"/>
                </a:solidFill>
                <a:latin typeface="微软雅黑"/>
                <a:cs typeface="微软雅黑"/>
              </a:rPr>
              <a:t>该关键词与该产品相关度低，建议后置</a:t>
            </a:r>
            <a:r>
              <a:rPr sz="2000" spc="-50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5944616" cy="66141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7" name="object 7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4768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805891" y="2029332"/>
            <a:ext cx="10869295" cy="422275"/>
            <a:chOff x="805891" y="2029332"/>
            <a:chExt cx="10869295" cy="4222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5891" y="2029332"/>
              <a:ext cx="937260" cy="4221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0781" y="2029332"/>
              <a:ext cx="353568" cy="4221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7566" y="2029332"/>
              <a:ext cx="624840" cy="42214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19986" y="2029332"/>
              <a:ext cx="9754869" cy="422148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60932" y="2909316"/>
            <a:ext cx="9383268" cy="351434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4768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2814827" y="1861439"/>
            <a:ext cx="6601459" cy="422275"/>
            <a:chOff x="2814827" y="1861439"/>
            <a:chExt cx="6601459" cy="4222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4827" y="1861439"/>
              <a:ext cx="937260" cy="4221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9668" y="1861439"/>
              <a:ext cx="353567" cy="4221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6451" y="1861439"/>
              <a:ext cx="624839" cy="42214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28872" y="1861439"/>
              <a:ext cx="5487416" cy="422148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281427" y="2670048"/>
            <a:ext cx="7714615" cy="3561715"/>
            <a:chOff x="2281427" y="2670048"/>
            <a:chExt cx="7714615" cy="356171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90571" y="2679192"/>
              <a:ext cx="7696200" cy="3543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285999" y="2674620"/>
              <a:ext cx="7705725" cy="3552825"/>
            </a:xfrm>
            <a:custGeom>
              <a:avLst/>
              <a:gdLst/>
              <a:ahLst/>
              <a:cxnLst/>
              <a:rect l="l" t="t" r="r" b="b"/>
              <a:pathLst>
                <a:path w="7705725" h="3552825">
                  <a:moveTo>
                    <a:pt x="0" y="3552444"/>
                  </a:moveTo>
                  <a:lnTo>
                    <a:pt x="7705344" y="3552444"/>
                  </a:lnTo>
                  <a:lnTo>
                    <a:pt x="7705344" y="0"/>
                  </a:lnTo>
                  <a:lnTo>
                    <a:pt x="0" y="0"/>
                  </a:lnTo>
                  <a:lnTo>
                    <a:pt x="0" y="3552444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4768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792" y="2177795"/>
            <a:ext cx="8080247" cy="423062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052317" y="1556003"/>
            <a:ext cx="6120130" cy="422275"/>
            <a:chOff x="3052317" y="1556003"/>
            <a:chExt cx="6120130" cy="42227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2317" y="1556003"/>
              <a:ext cx="1250086" cy="4221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9831" y="1556003"/>
              <a:ext cx="5182235" cy="4221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6439916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713231" y="2391155"/>
            <a:ext cx="541020" cy="1079500"/>
            <a:chOff x="713231" y="2391155"/>
            <a:chExt cx="541020" cy="1079500"/>
          </a:xfrm>
        </p:grpSpPr>
        <p:sp>
          <p:nvSpPr>
            <p:cNvPr id="7" name="object 7"/>
            <p:cNvSpPr/>
            <p:nvPr/>
          </p:nvSpPr>
          <p:spPr>
            <a:xfrm>
              <a:off x="713231" y="2391155"/>
              <a:ext cx="541020" cy="1079500"/>
            </a:xfrm>
            <a:custGeom>
              <a:avLst/>
              <a:gdLst/>
              <a:ahLst/>
              <a:cxnLst/>
              <a:rect l="l" t="t" r="r" b="b"/>
              <a:pathLst>
                <a:path w="541019" h="1079500">
                  <a:moveTo>
                    <a:pt x="270509" y="0"/>
                  </a:moveTo>
                  <a:lnTo>
                    <a:pt x="221884" y="4359"/>
                  </a:lnTo>
                  <a:lnTo>
                    <a:pt x="176118" y="16929"/>
                  </a:lnTo>
                  <a:lnTo>
                    <a:pt x="133976" y="36942"/>
                  </a:lnTo>
                  <a:lnTo>
                    <a:pt x="96222" y="63635"/>
                  </a:lnTo>
                  <a:lnTo>
                    <a:pt x="63619" y="96243"/>
                  </a:lnTo>
                  <a:lnTo>
                    <a:pt x="36931" y="133999"/>
                  </a:lnTo>
                  <a:lnTo>
                    <a:pt x="16923" y="176139"/>
                  </a:lnTo>
                  <a:lnTo>
                    <a:pt x="4358" y="221897"/>
                  </a:lnTo>
                  <a:lnTo>
                    <a:pt x="0" y="270510"/>
                  </a:lnTo>
                  <a:lnTo>
                    <a:pt x="0" y="808482"/>
                  </a:lnTo>
                  <a:lnTo>
                    <a:pt x="4358" y="857094"/>
                  </a:lnTo>
                  <a:lnTo>
                    <a:pt x="16923" y="902852"/>
                  </a:lnTo>
                  <a:lnTo>
                    <a:pt x="36931" y="944992"/>
                  </a:lnTo>
                  <a:lnTo>
                    <a:pt x="63619" y="982748"/>
                  </a:lnTo>
                  <a:lnTo>
                    <a:pt x="96222" y="1015356"/>
                  </a:lnTo>
                  <a:lnTo>
                    <a:pt x="133976" y="1042049"/>
                  </a:lnTo>
                  <a:lnTo>
                    <a:pt x="176118" y="1062062"/>
                  </a:lnTo>
                  <a:lnTo>
                    <a:pt x="221884" y="1074632"/>
                  </a:lnTo>
                  <a:lnTo>
                    <a:pt x="270509" y="1078992"/>
                  </a:lnTo>
                  <a:lnTo>
                    <a:pt x="319135" y="1074632"/>
                  </a:lnTo>
                  <a:lnTo>
                    <a:pt x="364901" y="1062062"/>
                  </a:lnTo>
                  <a:lnTo>
                    <a:pt x="407043" y="1042049"/>
                  </a:lnTo>
                  <a:lnTo>
                    <a:pt x="444797" y="1015356"/>
                  </a:lnTo>
                  <a:lnTo>
                    <a:pt x="477400" y="982748"/>
                  </a:lnTo>
                  <a:lnTo>
                    <a:pt x="504088" y="944992"/>
                  </a:lnTo>
                  <a:lnTo>
                    <a:pt x="524096" y="902852"/>
                  </a:lnTo>
                  <a:lnTo>
                    <a:pt x="536661" y="857094"/>
                  </a:lnTo>
                  <a:lnTo>
                    <a:pt x="541020" y="808482"/>
                  </a:lnTo>
                  <a:lnTo>
                    <a:pt x="541020" y="270510"/>
                  </a:lnTo>
                  <a:lnTo>
                    <a:pt x="536661" y="221897"/>
                  </a:lnTo>
                  <a:lnTo>
                    <a:pt x="524096" y="176139"/>
                  </a:lnTo>
                  <a:lnTo>
                    <a:pt x="504088" y="133999"/>
                  </a:lnTo>
                  <a:lnTo>
                    <a:pt x="477400" y="96243"/>
                  </a:lnTo>
                  <a:lnTo>
                    <a:pt x="444797" y="63635"/>
                  </a:lnTo>
                  <a:lnTo>
                    <a:pt x="407043" y="36942"/>
                  </a:lnTo>
                  <a:lnTo>
                    <a:pt x="364901" y="16929"/>
                  </a:lnTo>
                  <a:lnTo>
                    <a:pt x="319135" y="4359"/>
                  </a:lnTo>
                  <a:lnTo>
                    <a:pt x="270509" y="0"/>
                  </a:lnTo>
                  <a:close/>
                </a:path>
              </a:pathLst>
            </a:custGeom>
            <a:solidFill>
              <a:srgbClr val="EFEFE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13231" y="2391155"/>
              <a:ext cx="541020" cy="539750"/>
            </a:xfrm>
            <a:custGeom>
              <a:avLst/>
              <a:gdLst/>
              <a:ahLst/>
              <a:cxnLst/>
              <a:rect l="l" t="t" r="r" b="b"/>
              <a:pathLst>
                <a:path w="541019" h="539750">
                  <a:moveTo>
                    <a:pt x="271272" y="0"/>
                  </a:moveTo>
                  <a:lnTo>
                    <a:pt x="269748" y="0"/>
                  </a:lnTo>
                  <a:lnTo>
                    <a:pt x="221258" y="4346"/>
                  </a:lnTo>
                  <a:lnTo>
                    <a:pt x="175621" y="16876"/>
                  </a:lnTo>
                  <a:lnTo>
                    <a:pt x="133598" y="36830"/>
                  </a:lnTo>
                  <a:lnTo>
                    <a:pt x="95950" y="63443"/>
                  </a:lnTo>
                  <a:lnTo>
                    <a:pt x="63439" y="95955"/>
                  </a:lnTo>
                  <a:lnTo>
                    <a:pt x="36827" y="133604"/>
                  </a:lnTo>
                  <a:lnTo>
                    <a:pt x="16875" y="175626"/>
                  </a:lnTo>
                  <a:lnTo>
                    <a:pt x="4345" y="221262"/>
                  </a:lnTo>
                  <a:lnTo>
                    <a:pt x="0" y="269748"/>
                  </a:lnTo>
                  <a:lnTo>
                    <a:pt x="4345" y="318233"/>
                  </a:lnTo>
                  <a:lnTo>
                    <a:pt x="16875" y="363869"/>
                  </a:lnTo>
                  <a:lnTo>
                    <a:pt x="36827" y="405892"/>
                  </a:lnTo>
                  <a:lnTo>
                    <a:pt x="63439" y="443540"/>
                  </a:lnTo>
                  <a:lnTo>
                    <a:pt x="95950" y="476052"/>
                  </a:lnTo>
                  <a:lnTo>
                    <a:pt x="133598" y="502666"/>
                  </a:lnTo>
                  <a:lnTo>
                    <a:pt x="175621" y="522619"/>
                  </a:lnTo>
                  <a:lnTo>
                    <a:pt x="221258" y="535149"/>
                  </a:lnTo>
                  <a:lnTo>
                    <a:pt x="269748" y="539496"/>
                  </a:lnTo>
                  <a:lnTo>
                    <a:pt x="271272" y="539496"/>
                  </a:lnTo>
                  <a:lnTo>
                    <a:pt x="319761" y="535149"/>
                  </a:lnTo>
                  <a:lnTo>
                    <a:pt x="365398" y="522619"/>
                  </a:lnTo>
                  <a:lnTo>
                    <a:pt x="407421" y="502666"/>
                  </a:lnTo>
                  <a:lnTo>
                    <a:pt x="445069" y="476052"/>
                  </a:lnTo>
                  <a:lnTo>
                    <a:pt x="477580" y="443540"/>
                  </a:lnTo>
                  <a:lnTo>
                    <a:pt x="504192" y="405892"/>
                  </a:lnTo>
                  <a:lnTo>
                    <a:pt x="524144" y="363869"/>
                  </a:lnTo>
                  <a:lnTo>
                    <a:pt x="536674" y="318233"/>
                  </a:lnTo>
                  <a:lnTo>
                    <a:pt x="541020" y="269748"/>
                  </a:lnTo>
                  <a:lnTo>
                    <a:pt x="536674" y="221262"/>
                  </a:lnTo>
                  <a:lnTo>
                    <a:pt x="524144" y="175626"/>
                  </a:lnTo>
                  <a:lnTo>
                    <a:pt x="504192" y="133604"/>
                  </a:lnTo>
                  <a:lnTo>
                    <a:pt x="477580" y="95955"/>
                  </a:lnTo>
                  <a:lnTo>
                    <a:pt x="445069" y="63443"/>
                  </a:lnTo>
                  <a:lnTo>
                    <a:pt x="407421" y="36830"/>
                  </a:lnTo>
                  <a:lnTo>
                    <a:pt x="365398" y="16876"/>
                  </a:lnTo>
                  <a:lnTo>
                    <a:pt x="319761" y="4346"/>
                  </a:lnTo>
                  <a:lnTo>
                    <a:pt x="271272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29462" y="24881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01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98091" y="2391155"/>
            <a:ext cx="2520315" cy="1071880"/>
            <a:chOff x="1498091" y="2391155"/>
            <a:chExt cx="2520315" cy="1071880"/>
          </a:xfrm>
        </p:grpSpPr>
        <p:sp>
          <p:nvSpPr>
            <p:cNvPr id="11" name="object 11"/>
            <p:cNvSpPr/>
            <p:nvPr/>
          </p:nvSpPr>
          <p:spPr>
            <a:xfrm>
              <a:off x="1498091" y="2391155"/>
              <a:ext cx="2386965" cy="1071880"/>
            </a:xfrm>
            <a:custGeom>
              <a:avLst/>
              <a:gdLst/>
              <a:ahLst/>
              <a:cxnLst/>
              <a:rect l="l" t="t" r="r" b="b"/>
              <a:pathLst>
                <a:path w="2386965" h="1071879">
                  <a:moveTo>
                    <a:pt x="2207641" y="0"/>
                  </a:moveTo>
                  <a:lnTo>
                    <a:pt x="178943" y="0"/>
                  </a:lnTo>
                  <a:lnTo>
                    <a:pt x="131380" y="6393"/>
                  </a:lnTo>
                  <a:lnTo>
                    <a:pt x="88636" y="24435"/>
                  </a:lnTo>
                  <a:lnTo>
                    <a:pt x="52419" y="52419"/>
                  </a:lnTo>
                  <a:lnTo>
                    <a:pt x="24435" y="88636"/>
                  </a:lnTo>
                  <a:lnTo>
                    <a:pt x="6393" y="131380"/>
                  </a:lnTo>
                  <a:lnTo>
                    <a:pt x="0" y="178943"/>
                  </a:lnTo>
                  <a:lnTo>
                    <a:pt x="0" y="892429"/>
                  </a:lnTo>
                  <a:lnTo>
                    <a:pt x="6393" y="939991"/>
                  </a:lnTo>
                  <a:lnTo>
                    <a:pt x="24435" y="982735"/>
                  </a:lnTo>
                  <a:lnTo>
                    <a:pt x="52419" y="1018952"/>
                  </a:lnTo>
                  <a:lnTo>
                    <a:pt x="88636" y="1046936"/>
                  </a:lnTo>
                  <a:lnTo>
                    <a:pt x="131380" y="1064978"/>
                  </a:lnTo>
                  <a:lnTo>
                    <a:pt x="178943" y="1071372"/>
                  </a:lnTo>
                  <a:lnTo>
                    <a:pt x="2207641" y="1071372"/>
                  </a:lnTo>
                  <a:lnTo>
                    <a:pt x="2255203" y="1064978"/>
                  </a:lnTo>
                  <a:lnTo>
                    <a:pt x="2297947" y="1046936"/>
                  </a:lnTo>
                  <a:lnTo>
                    <a:pt x="2334164" y="1018952"/>
                  </a:lnTo>
                  <a:lnTo>
                    <a:pt x="2362148" y="982735"/>
                  </a:lnTo>
                  <a:lnTo>
                    <a:pt x="2380190" y="939991"/>
                  </a:lnTo>
                  <a:lnTo>
                    <a:pt x="2386584" y="892429"/>
                  </a:lnTo>
                  <a:lnTo>
                    <a:pt x="2386584" y="178943"/>
                  </a:lnTo>
                  <a:lnTo>
                    <a:pt x="2380190" y="131380"/>
                  </a:lnTo>
                  <a:lnTo>
                    <a:pt x="2362148" y="88636"/>
                  </a:lnTo>
                  <a:lnTo>
                    <a:pt x="2334164" y="52419"/>
                  </a:lnTo>
                  <a:lnTo>
                    <a:pt x="2297947" y="24435"/>
                  </a:lnTo>
                  <a:lnTo>
                    <a:pt x="2255203" y="6393"/>
                  </a:lnTo>
                  <a:lnTo>
                    <a:pt x="2207641" y="0"/>
                  </a:lnTo>
                  <a:close/>
                </a:path>
              </a:pathLst>
            </a:custGeom>
            <a:solidFill>
              <a:srgbClr val="EFEFE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1517" y="2555189"/>
              <a:ext cx="2286381" cy="67696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558284" y="2391155"/>
            <a:ext cx="539750" cy="1079500"/>
            <a:chOff x="4558284" y="2391155"/>
            <a:chExt cx="539750" cy="1079500"/>
          </a:xfrm>
        </p:grpSpPr>
        <p:sp>
          <p:nvSpPr>
            <p:cNvPr id="14" name="object 14"/>
            <p:cNvSpPr/>
            <p:nvPr/>
          </p:nvSpPr>
          <p:spPr>
            <a:xfrm>
              <a:off x="4558284" y="2391155"/>
              <a:ext cx="539750" cy="1079500"/>
            </a:xfrm>
            <a:custGeom>
              <a:avLst/>
              <a:gdLst/>
              <a:ahLst/>
              <a:cxnLst/>
              <a:rect l="l" t="t" r="r" b="b"/>
              <a:pathLst>
                <a:path w="539750" h="107950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4" y="36830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30" y="133604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0" y="809244"/>
                  </a:lnTo>
                  <a:lnTo>
                    <a:pt x="4346" y="857729"/>
                  </a:lnTo>
                  <a:lnTo>
                    <a:pt x="16876" y="903365"/>
                  </a:lnTo>
                  <a:lnTo>
                    <a:pt x="36830" y="945388"/>
                  </a:lnTo>
                  <a:lnTo>
                    <a:pt x="63443" y="983036"/>
                  </a:lnTo>
                  <a:lnTo>
                    <a:pt x="95955" y="1015548"/>
                  </a:lnTo>
                  <a:lnTo>
                    <a:pt x="133604" y="1042162"/>
                  </a:lnTo>
                  <a:lnTo>
                    <a:pt x="175626" y="1062115"/>
                  </a:lnTo>
                  <a:lnTo>
                    <a:pt x="221262" y="1074645"/>
                  </a:lnTo>
                  <a:lnTo>
                    <a:pt x="269748" y="1078992"/>
                  </a:lnTo>
                  <a:lnTo>
                    <a:pt x="318233" y="1074645"/>
                  </a:lnTo>
                  <a:lnTo>
                    <a:pt x="363869" y="1062115"/>
                  </a:lnTo>
                  <a:lnTo>
                    <a:pt x="405891" y="1042162"/>
                  </a:lnTo>
                  <a:lnTo>
                    <a:pt x="443540" y="1015548"/>
                  </a:lnTo>
                  <a:lnTo>
                    <a:pt x="476052" y="983036"/>
                  </a:lnTo>
                  <a:lnTo>
                    <a:pt x="502665" y="945388"/>
                  </a:lnTo>
                  <a:lnTo>
                    <a:pt x="522619" y="903365"/>
                  </a:lnTo>
                  <a:lnTo>
                    <a:pt x="535149" y="857729"/>
                  </a:lnTo>
                  <a:lnTo>
                    <a:pt x="539495" y="809244"/>
                  </a:lnTo>
                  <a:lnTo>
                    <a:pt x="539495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5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1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EFEFE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58284" y="2391155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4" y="36830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30" y="133604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30" y="405892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4" y="502666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6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1" y="502666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5" y="405892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5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5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1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673600" y="2488133"/>
            <a:ext cx="309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02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401811" y="2386583"/>
            <a:ext cx="539750" cy="1080770"/>
            <a:chOff x="8401811" y="2386583"/>
            <a:chExt cx="539750" cy="1080770"/>
          </a:xfrm>
        </p:grpSpPr>
        <p:sp>
          <p:nvSpPr>
            <p:cNvPr id="18" name="object 18"/>
            <p:cNvSpPr/>
            <p:nvPr/>
          </p:nvSpPr>
          <p:spPr>
            <a:xfrm>
              <a:off x="8401811" y="2386583"/>
              <a:ext cx="539750" cy="1080770"/>
            </a:xfrm>
            <a:custGeom>
              <a:avLst/>
              <a:gdLst/>
              <a:ahLst/>
              <a:cxnLst/>
              <a:rect l="l" t="t" r="r" b="b"/>
              <a:pathLst>
                <a:path w="539750" h="108077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3" y="36830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29" y="133604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0" y="810767"/>
                  </a:lnTo>
                  <a:lnTo>
                    <a:pt x="4346" y="859253"/>
                  </a:lnTo>
                  <a:lnTo>
                    <a:pt x="16876" y="904889"/>
                  </a:lnTo>
                  <a:lnTo>
                    <a:pt x="36829" y="946912"/>
                  </a:lnTo>
                  <a:lnTo>
                    <a:pt x="63443" y="984560"/>
                  </a:lnTo>
                  <a:lnTo>
                    <a:pt x="95955" y="1017072"/>
                  </a:lnTo>
                  <a:lnTo>
                    <a:pt x="133604" y="1043686"/>
                  </a:lnTo>
                  <a:lnTo>
                    <a:pt x="175626" y="1063639"/>
                  </a:lnTo>
                  <a:lnTo>
                    <a:pt x="221262" y="1076169"/>
                  </a:lnTo>
                  <a:lnTo>
                    <a:pt x="269748" y="1080515"/>
                  </a:lnTo>
                  <a:lnTo>
                    <a:pt x="318233" y="1076169"/>
                  </a:lnTo>
                  <a:lnTo>
                    <a:pt x="363869" y="1063639"/>
                  </a:lnTo>
                  <a:lnTo>
                    <a:pt x="405892" y="1043686"/>
                  </a:lnTo>
                  <a:lnTo>
                    <a:pt x="443540" y="1017072"/>
                  </a:lnTo>
                  <a:lnTo>
                    <a:pt x="476052" y="984560"/>
                  </a:lnTo>
                  <a:lnTo>
                    <a:pt x="502666" y="946912"/>
                  </a:lnTo>
                  <a:lnTo>
                    <a:pt x="522619" y="904889"/>
                  </a:lnTo>
                  <a:lnTo>
                    <a:pt x="535149" y="859253"/>
                  </a:lnTo>
                  <a:lnTo>
                    <a:pt x="539496" y="810767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5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EFEFE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401811" y="2386583"/>
              <a:ext cx="539750" cy="539750"/>
            </a:xfrm>
            <a:custGeom>
              <a:avLst/>
              <a:gdLst/>
              <a:ahLst/>
              <a:cxnLst/>
              <a:rect l="l" t="t" r="r" b="b"/>
              <a:pathLst>
                <a:path w="539750" h="539750">
                  <a:moveTo>
                    <a:pt x="269748" y="0"/>
                  </a:moveTo>
                  <a:lnTo>
                    <a:pt x="221262" y="4346"/>
                  </a:lnTo>
                  <a:lnTo>
                    <a:pt x="175626" y="16876"/>
                  </a:lnTo>
                  <a:lnTo>
                    <a:pt x="133603" y="36830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29" y="133604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4346" y="318233"/>
                  </a:lnTo>
                  <a:lnTo>
                    <a:pt x="16876" y="363869"/>
                  </a:lnTo>
                  <a:lnTo>
                    <a:pt x="36829" y="405891"/>
                  </a:lnTo>
                  <a:lnTo>
                    <a:pt x="63443" y="443540"/>
                  </a:lnTo>
                  <a:lnTo>
                    <a:pt x="95955" y="476052"/>
                  </a:lnTo>
                  <a:lnTo>
                    <a:pt x="133604" y="502665"/>
                  </a:lnTo>
                  <a:lnTo>
                    <a:pt x="175626" y="522619"/>
                  </a:lnTo>
                  <a:lnTo>
                    <a:pt x="221262" y="535149"/>
                  </a:lnTo>
                  <a:lnTo>
                    <a:pt x="269748" y="539495"/>
                  </a:lnTo>
                  <a:lnTo>
                    <a:pt x="318233" y="535149"/>
                  </a:lnTo>
                  <a:lnTo>
                    <a:pt x="363869" y="522619"/>
                  </a:lnTo>
                  <a:lnTo>
                    <a:pt x="405892" y="502665"/>
                  </a:lnTo>
                  <a:lnTo>
                    <a:pt x="443540" y="476052"/>
                  </a:lnTo>
                  <a:lnTo>
                    <a:pt x="476052" y="443540"/>
                  </a:lnTo>
                  <a:lnTo>
                    <a:pt x="502666" y="405891"/>
                  </a:lnTo>
                  <a:lnTo>
                    <a:pt x="522619" y="363869"/>
                  </a:lnTo>
                  <a:lnTo>
                    <a:pt x="535149" y="318233"/>
                  </a:lnTo>
                  <a:lnTo>
                    <a:pt x="539496" y="269748"/>
                  </a:lnTo>
                  <a:lnTo>
                    <a:pt x="535149" y="221262"/>
                  </a:lnTo>
                  <a:lnTo>
                    <a:pt x="522619" y="175626"/>
                  </a:lnTo>
                  <a:lnTo>
                    <a:pt x="502665" y="133604"/>
                  </a:lnTo>
                  <a:lnTo>
                    <a:pt x="476052" y="95955"/>
                  </a:lnTo>
                  <a:lnTo>
                    <a:pt x="443540" y="63443"/>
                  </a:lnTo>
                  <a:lnTo>
                    <a:pt x="405892" y="36830"/>
                  </a:lnTo>
                  <a:lnTo>
                    <a:pt x="363869" y="16876"/>
                  </a:lnTo>
                  <a:lnTo>
                    <a:pt x="318233" y="4346"/>
                  </a:lnTo>
                  <a:lnTo>
                    <a:pt x="269748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5341620" y="2391155"/>
            <a:ext cx="2521585" cy="1071880"/>
            <a:chOff x="5341620" y="2391155"/>
            <a:chExt cx="2521585" cy="1071880"/>
          </a:xfrm>
        </p:grpSpPr>
        <p:sp>
          <p:nvSpPr>
            <p:cNvPr id="21" name="object 21"/>
            <p:cNvSpPr/>
            <p:nvPr/>
          </p:nvSpPr>
          <p:spPr>
            <a:xfrm>
              <a:off x="5341620" y="2391155"/>
              <a:ext cx="2386965" cy="1071880"/>
            </a:xfrm>
            <a:custGeom>
              <a:avLst/>
              <a:gdLst/>
              <a:ahLst/>
              <a:cxnLst/>
              <a:rect l="l" t="t" r="r" b="b"/>
              <a:pathLst>
                <a:path w="2386965" h="1071879">
                  <a:moveTo>
                    <a:pt x="2207640" y="0"/>
                  </a:moveTo>
                  <a:lnTo>
                    <a:pt x="178942" y="0"/>
                  </a:lnTo>
                  <a:lnTo>
                    <a:pt x="131380" y="6393"/>
                  </a:lnTo>
                  <a:lnTo>
                    <a:pt x="88636" y="24435"/>
                  </a:lnTo>
                  <a:lnTo>
                    <a:pt x="52419" y="52419"/>
                  </a:lnTo>
                  <a:lnTo>
                    <a:pt x="24435" y="88636"/>
                  </a:lnTo>
                  <a:lnTo>
                    <a:pt x="6393" y="131380"/>
                  </a:lnTo>
                  <a:lnTo>
                    <a:pt x="0" y="178943"/>
                  </a:lnTo>
                  <a:lnTo>
                    <a:pt x="0" y="892429"/>
                  </a:lnTo>
                  <a:lnTo>
                    <a:pt x="6393" y="939991"/>
                  </a:lnTo>
                  <a:lnTo>
                    <a:pt x="24435" y="982735"/>
                  </a:lnTo>
                  <a:lnTo>
                    <a:pt x="52419" y="1018952"/>
                  </a:lnTo>
                  <a:lnTo>
                    <a:pt x="88636" y="1046936"/>
                  </a:lnTo>
                  <a:lnTo>
                    <a:pt x="131380" y="1064978"/>
                  </a:lnTo>
                  <a:lnTo>
                    <a:pt x="178942" y="1071372"/>
                  </a:lnTo>
                  <a:lnTo>
                    <a:pt x="2207640" y="1071372"/>
                  </a:lnTo>
                  <a:lnTo>
                    <a:pt x="2255203" y="1064978"/>
                  </a:lnTo>
                  <a:lnTo>
                    <a:pt x="2297947" y="1046936"/>
                  </a:lnTo>
                  <a:lnTo>
                    <a:pt x="2334164" y="1018952"/>
                  </a:lnTo>
                  <a:lnTo>
                    <a:pt x="2362148" y="982735"/>
                  </a:lnTo>
                  <a:lnTo>
                    <a:pt x="2380190" y="939991"/>
                  </a:lnTo>
                  <a:lnTo>
                    <a:pt x="2386583" y="892429"/>
                  </a:lnTo>
                  <a:lnTo>
                    <a:pt x="2386583" y="178943"/>
                  </a:lnTo>
                  <a:lnTo>
                    <a:pt x="2380190" y="131380"/>
                  </a:lnTo>
                  <a:lnTo>
                    <a:pt x="2362148" y="88636"/>
                  </a:lnTo>
                  <a:lnTo>
                    <a:pt x="2334164" y="52419"/>
                  </a:lnTo>
                  <a:lnTo>
                    <a:pt x="2297947" y="24435"/>
                  </a:lnTo>
                  <a:lnTo>
                    <a:pt x="2255203" y="6393"/>
                  </a:lnTo>
                  <a:lnTo>
                    <a:pt x="2207640" y="0"/>
                  </a:lnTo>
                  <a:close/>
                </a:path>
              </a:pathLst>
            </a:custGeom>
            <a:solidFill>
              <a:srgbClr val="EFEFE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6316" y="2555189"/>
              <a:ext cx="2286381" cy="67696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518017" y="2484501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03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140952" y="2394204"/>
            <a:ext cx="2386965" cy="1073150"/>
            <a:chOff x="9140952" y="2394204"/>
            <a:chExt cx="2386965" cy="1073150"/>
          </a:xfrm>
        </p:grpSpPr>
        <p:sp>
          <p:nvSpPr>
            <p:cNvPr id="25" name="object 25"/>
            <p:cNvSpPr/>
            <p:nvPr/>
          </p:nvSpPr>
          <p:spPr>
            <a:xfrm>
              <a:off x="9140952" y="2394204"/>
              <a:ext cx="2386965" cy="1073150"/>
            </a:xfrm>
            <a:custGeom>
              <a:avLst/>
              <a:gdLst/>
              <a:ahLst/>
              <a:cxnLst/>
              <a:rect l="l" t="t" r="r" b="b"/>
              <a:pathLst>
                <a:path w="2386965" h="1073150">
                  <a:moveTo>
                    <a:pt x="2207387" y="0"/>
                  </a:moveTo>
                  <a:lnTo>
                    <a:pt x="179197" y="0"/>
                  </a:lnTo>
                  <a:lnTo>
                    <a:pt x="131571" y="6403"/>
                  </a:lnTo>
                  <a:lnTo>
                    <a:pt x="88768" y="24473"/>
                  </a:lnTo>
                  <a:lnTo>
                    <a:pt x="52498" y="52498"/>
                  </a:lnTo>
                  <a:lnTo>
                    <a:pt x="24473" y="88768"/>
                  </a:lnTo>
                  <a:lnTo>
                    <a:pt x="6403" y="131571"/>
                  </a:lnTo>
                  <a:lnTo>
                    <a:pt x="0" y="179197"/>
                  </a:lnTo>
                  <a:lnTo>
                    <a:pt x="0" y="893699"/>
                  </a:lnTo>
                  <a:lnTo>
                    <a:pt x="6403" y="941324"/>
                  </a:lnTo>
                  <a:lnTo>
                    <a:pt x="24473" y="984127"/>
                  </a:lnTo>
                  <a:lnTo>
                    <a:pt x="52498" y="1020397"/>
                  </a:lnTo>
                  <a:lnTo>
                    <a:pt x="88768" y="1048422"/>
                  </a:lnTo>
                  <a:lnTo>
                    <a:pt x="131571" y="1066492"/>
                  </a:lnTo>
                  <a:lnTo>
                    <a:pt x="179197" y="1072896"/>
                  </a:lnTo>
                  <a:lnTo>
                    <a:pt x="2207387" y="1072896"/>
                  </a:lnTo>
                  <a:lnTo>
                    <a:pt x="2255012" y="1066492"/>
                  </a:lnTo>
                  <a:lnTo>
                    <a:pt x="2297815" y="1048422"/>
                  </a:lnTo>
                  <a:lnTo>
                    <a:pt x="2334085" y="1020397"/>
                  </a:lnTo>
                  <a:lnTo>
                    <a:pt x="2362110" y="984127"/>
                  </a:lnTo>
                  <a:lnTo>
                    <a:pt x="2380180" y="941324"/>
                  </a:lnTo>
                  <a:lnTo>
                    <a:pt x="2386583" y="893699"/>
                  </a:lnTo>
                  <a:lnTo>
                    <a:pt x="2386583" y="179197"/>
                  </a:lnTo>
                  <a:lnTo>
                    <a:pt x="2380180" y="131571"/>
                  </a:lnTo>
                  <a:lnTo>
                    <a:pt x="2362110" y="88768"/>
                  </a:lnTo>
                  <a:lnTo>
                    <a:pt x="2334085" y="52498"/>
                  </a:lnTo>
                  <a:lnTo>
                    <a:pt x="2297815" y="24473"/>
                  </a:lnTo>
                  <a:lnTo>
                    <a:pt x="2255012" y="6403"/>
                  </a:lnTo>
                  <a:lnTo>
                    <a:pt x="2207387" y="0"/>
                  </a:lnTo>
                  <a:close/>
                </a:path>
              </a:pathLst>
            </a:custGeom>
            <a:solidFill>
              <a:srgbClr val="EFEFE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48546" y="2469464"/>
              <a:ext cx="2057780" cy="3386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48546" y="2744470"/>
              <a:ext cx="2057780" cy="33832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48546" y="3018790"/>
              <a:ext cx="1143000" cy="338327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7181" y="3883786"/>
            <a:ext cx="3429380" cy="330707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767181" y="4295266"/>
            <a:ext cx="2870200" cy="330835"/>
            <a:chOff x="767181" y="4295266"/>
            <a:chExt cx="2870200" cy="330835"/>
          </a:xfrm>
        </p:grpSpPr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7181" y="4295266"/>
              <a:ext cx="914400" cy="33070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3006" y="4295266"/>
              <a:ext cx="252983" cy="33070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79499" y="4295266"/>
              <a:ext cx="2057780" cy="330707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767181" y="5529986"/>
            <a:ext cx="3429635" cy="330835"/>
            <a:chOff x="767181" y="5529986"/>
            <a:chExt cx="3429635" cy="330835"/>
          </a:xfrm>
        </p:grpSpPr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7181" y="5529986"/>
              <a:ext cx="685800" cy="33070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24381" y="5529986"/>
              <a:ext cx="2743580" cy="33070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39261" y="5529986"/>
              <a:ext cx="457200" cy="330708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767181" y="5941466"/>
            <a:ext cx="3429635" cy="330835"/>
            <a:chOff x="767181" y="5941466"/>
            <a:chExt cx="3429635" cy="330835"/>
          </a:xfrm>
        </p:grpSpPr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7181" y="5941466"/>
              <a:ext cx="457200" cy="33070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5781" y="5941466"/>
              <a:ext cx="3200780" cy="330708"/>
            </a:xfrm>
            <a:prstGeom prst="rect">
              <a:avLst/>
            </a:prstGeom>
          </p:spPr>
        </p:pic>
      </p:grpSp>
      <p:pic>
        <p:nvPicPr>
          <p:cNvPr id="41" name="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649723" y="3963619"/>
            <a:ext cx="2972180" cy="331012"/>
          </a:xfrm>
          <a:prstGeom prst="rect">
            <a:avLst/>
          </a:prstGeom>
        </p:spPr>
      </p:pic>
      <p:grpSp>
        <p:nvGrpSpPr>
          <p:cNvPr id="42" name="object 42"/>
          <p:cNvGrpSpPr/>
          <p:nvPr/>
        </p:nvGrpSpPr>
        <p:grpSpPr>
          <a:xfrm>
            <a:off x="4649723" y="4375658"/>
            <a:ext cx="3328035" cy="330835"/>
            <a:chOff x="4649723" y="4375658"/>
            <a:chExt cx="3328035" cy="330835"/>
          </a:xfrm>
        </p:grpSpPr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649723" y="4375658"/>
              <a:ext cx="685800" cy="33070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06923" y="4375658"/>
              <a:ext cx="252984" cy="33070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233415" y="4375658"/>
              <a:ext cx="2743835" cy="330707"/>
            </a:xfrm>
            <a:prstGeom prst="rect">
              <a:avLst/>
            </a:prstGeom>
          </p:spPr>
        </p:pic>
      </p:grpSp>
      <p:pic>
        <p:nvPicPr>
          <p:cNvPr id="46" name="object 4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649723" y="5610453"/>
            <a:ext cx="2286380" cy="330708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510905" y="3961206"/>
            <a:ext cx="3658235" cy="331012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510905" y="4373245"/>
            <a:ext cx="3658235" cy="330707"/>
          </a:xfrm>
          <a:prstGeom prst="rect">
            <a:avLst/>
          </a:prstGeom>
        </p:spPr>
      </p:pic>
      <p:grpSp>
        <p:nvGrpSpPr>
          <p:cNvPr id="49" name="object 49"/>
          <p:cNvGrpSpPr/>
          <p:nvPr/>
        </p:nvGrpSpPr>
        <p:grpSpPr>
          <a:xfrm>
            <a:off x="767181" y="4000500"/>
            <a:ext cx="3658235" cy="2170430"/>
            <a:chOff x="767181" y="4000500"/>
            <a:chExt cx="3658235" cy="2170430"/>
          </a:xfrm>
        </p:grpSpPr>
        <p:pic>
          <p:nvPicPr>
            <p:cNvPr id="50" name="object 5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67181" y="5117922"/>
              <a:ext cx="914400" cy="33101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53006" y="5117922"/>
              <a:ext cx="2743581" cy="33101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967861" y="5117922"/>
              <a:ext cx="457200" cy="331012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290059" y="4000500"/>
              <a:ext cx="0" cy="2170430"/>
            </a:xfrm>
            <a:custGeom>
              <a:avLst/>
              <a:gdLst/>
              <a:ahLst/>
              <a:cxnLst/>
              <a:rect l="l" t="t" r="r" b="b"/>
              <a:pathLst>
                <a:path h="2170429">
                  <a:moveTo>
                    <a:pt x="0" y="0"/>
                  </a:moveTo>
                  <a:lnTo>
                    <a:pt x="0" y="2169820"/>
                  </a:lnTo>
                </a:path>
              </a:pathLst>
            </a:custGeom>
            <a:ln w="6096">
              <a:solidFill>
                <a:srgbClr val="EBBD8D"/>
              </a:solidFill>
              <a:prstDash val="lgDashDot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/>
          <p:cNvGrpSpPr/>
          <p:nvPr/>
        </p:nvGrpSpPr>
        <p:grpSpPr>
          <a:xfrm>
            <a:off x="4649723" y="4000500"/>
            <a:ext cx="3453765" cy="2170430"/>
            <a:chOff x="4649723" y="4000500"/>
            <a:chExt cx="3453765" cy="2170430"/>
          </a:xfrm>
        </p:grpSpPr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649723" y="5198694"/>
              <a:ext cx="3429635" cy="33101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8100059" y="4000500"/>
              <a:ext cx="0" cy="2170430"/>
            </a:xfrm>
            <a:custGeom>
              <a:avLst/>
              <a:gdLst/>
              <a:ahLst/>
              <a:cxnLst/>
              <a:rect l="l" t="t" r="r" b="b"/>
              <a:pathLst>
                <a:path h="2170429">
                  <a:moveTo>
                    <a:pt x="0" y="0"/>
                  </a:moveTo>
                  <a:lnTo>
                    <a:pt x="0" y="2169820"/>
                  </a:lnTo>
                </a:path>
              </a:pathLst>
            </a:custGeom>
            <a:ln w="6096">
              <a:solidFill>
                <a:srgbClr val="EBBD8D"/>
              </a:solidFill>
              <a:prstDash val="lgDashDot"/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017261" y="3017266"/>
            <a:ext cx="4572762" cy="132308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038855" y="2938272"/>
            <a:ext cx="6264275" cy="1905"/>
          </a:xfrm>
          <a:custGeom>
            <a:avLst/>
            <a:gdLst/>
            <a:ahLst/>
            <a:cxnLst/>
            <a:rect l="l" t="t" r="r" b="b"/>
            <a:pathLst>
              <a:path w="6264275" h="1905">
                <a:moveTo>
                  <a:pt x="0" y="0"/>
                </a:moveTo>
                <a:lnTo>
                  <a:pt x="6264275" y="1650"/>
                </a:lnTo>
              </a:path>
            </a:pathLst>
          </a:custGeom>
          <a:ln w="9144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38855" y="4524755"/>
            <a:ext cx="6264275" cy="3175"/>
          </a:xfrm>
          <a:custGeom>
            <a:avLst/>
            <a:gdLst/>
            <a:ahLst/>
            <a:cxnLst/>
            <a:rect l="l" t="t" r="r" b="b"/>
            <a:pathLst>
              <a:path w="6264275" h="3175">
                <a:moveTo>
                  <a:pt x="0" y="0"/>
                </a:moveTo>
                <a:lnTo>
                  <a:pt x="6264275" y="3175"/>
                </a:lnTo>
              </a:path>
            </a:pathLst>
          </a:custGeom>
          <a:ln w="9144">
            <a:solidFill>
              <a:srgbClr val="EBBD8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38855" y="3046476"/>
            <a:ext cx="1153795" cy="1391920"/>
          </a:xfrm>
          <a:custGeom>
            <a:avLst/>
            <a:gdLst/>
            <a:ahLst/>
            <a:cxnLst/>
            <a:rect l="l" t="t" r="r" b="b"/>
            <a:pathLst>
              <a:path w="1153795" h="1391920">
                <a:moveTo>
                  <a:pt x="2412" y="240029"/>
                </a:moveTo>
                <a:lnTo>
                  <a:pt x="0" y="240029"/>
                </a:lnTo>
                <a:lnTo>
                  <a:pt x="0" y="1391412"/>
                </a:lnTo>
                <a:lnTo>
                  <a:pt x="1150239" y="1391412"/>
                </a:lnTo>
                <a:lnTo>
                  <a:pt x="1150239" y="371983"/>
                </a:lnTo>
                <a:lnTo>
                  <a:pt x="2412" y="371983"/>
                </a:lnTo>
                <a:lnTo>
                  <a:pt x="2412" y="240029"/>
                </a:lnTo>
                <a:close/>
              </a:path>
              <a:path w="1153795" h="1391920">
                <a:moveTo>
                  <a:pt x="278638" y="240029"/>
                </a:moveTo>
                <a:lnTo>
                  <a:pt x="124841" y="240029"/>
                </a:lnTo>
                <a:lnTo>
                  <a:pt x="124841" y="371983"/>
                </a:lnTo>
                <a:lnTo>
                  <a:pt x="256413" y="371983"/>
                </a:lnTo>
                <a:lnTo>
                  <a:pt x="278638" y="240029"/>
                </a:lnTo>
                <a:close/>
              </a:path>
              <a:path w="1153795" h="1391920">
                <a:moveTo>
                  <a:pt x="434085" y="305181"/>
                </a:moveTo>
                <a:lnTo>
                  <a:pt x="390397" y="305181"/>
                </a:lnTo>
                <a:lnTo>
                  <a:pt x="388512" y="321851"/>
                </a:lnTo>
                <a:lnTo>
                  <a:pt x="382905" y="371983"/>
                </a:lnTo>
                <a:lnTo>
                  <a:pt x="440690" y="371983"/>
                </a:lnTo>
                <a:lnTo>
                  <a:pt x="438997" y="355240"/>
                </a:lnTo>
                <a:lnTo>
                  <a:pt x="437340" y="338534"/>
                </a:lnTo>
                <a:lnTo>
                  <a:pt x="434085" y="305181"/>
                </a:lnTo>
                <a:close/>
              </a:path>
              <a:path w="1153795" h="1391920">
                <a:moveTo>
                  <a:pt x="585851" y="240029"/>
                </a:moveTo>
                <a:lnTo>
                  <a:pt x="540893" y="240029"/>
                </a:lnTo>
                <a:lnTo>
                  <a:pt x="565657" y="371983"/>
                </a:lnTo>
                <a:lnTo>
                  <a:pt x="585851" y="371983"/>
                </a:lnTo>
                <a:lnTo>
                  <a:pt x="585851" y="240029"/>
                </a:lnTo>
                <a:close/>
              </a:path>
              <a:path w="1153795" h="1391920">
                <a:moveTo>
                  <a:pt x="744855" y="240029"/>
                </a:moveTo>
                <a:lnTo>
                  <a:pt x="708152" y="240029"/>
                </a:lnTo>
                <a:lnTo>
                  <a:pt x="708152" y="371983"/>
                </a:lnTo>
                <a:lnTo>
                  <a:pt x="745363" y="371983"/>
                </a:lnTo>
                <a:lnTo>
                  <a:pt x="745363" y="248412"/>
                </a:lnTo>
                <a:lnTo>
                  <a:pt x="744855" y="240029"/>
                </a:lnTo>
                <a:close/>
              </a:path>
              <a:path w="1153795" h="1391920">
                <a:moveTo>
                  <a:pt x="958722" y="240029"/>
                </a:moveTo>
                <a:lnTo>
                  <a:pt x="858266" y="240029"/>
                </a:lnTo>
                <a:lnTo>
                  <a:pt x="859028" y="273938"/>
                </a:lnTo>
                <a:lnTo>
                  <a:pt x="859028" y="371983"/>
                </a:lnTo>
                <a:lnTo>
                  <a:pt x="958722" y="371983"/>
                </a:lnTo>
                <a:lnTo>
                  <a:pt x="958722" y="240029"/>
                </a:lnTo>
                <a:close/>
              </a:path>
              <a:path w="1153795" h="1391920">
                <a:moveTo>
                  <a:pt x="1150239" y="240029"/>
                </a:moveTo>
                <a:lnTo>
                  <a:pt x="1081023" y="240029"/>
                </a:lnTo>
                <a:lnTo>
                  <a:pt x="1081023" y="371983"/>
                </a:lnTo>
                <a:lnTo>
                  <a:pt x="1150239" y="371983"/>
                </a:lnTo>
                <a:lnTo>
                  <a:pt x="1150239" y="240029"/>
                </a:lnTo>
                <a:close/>
              </a:path>
              <a:path w="1153795" h="1391920">
                <a:moveTo>
                  <a:pt x="125730" y="0"/>
                </a:moveTo>
                <a:lnTo>
                  <a:pt x="2412" y="0"/>
                </a:lnTo>
                <a:lnTo>
                  <a:pt x="2412" y="240029"/>
                </a:lnTo>
                <a:lnTo>
                  <a:pt x="124841" y="240029"/>
                </a:lnTo>
                <a:lnTo>
                  <a:pt x="124841" y="222250"/>
                </a:lnTo>
                <a:lnTo>
                  <a:pt x="157606" y="222250"/>
                </a:lnTo>
                <a:lnTo>
                  <a:pt x="209220" y="217320"/>
                </a:lnTo>
                <a:lnTo>
                  <a:pt x="251098" y="196109"/>
                </a:lnTo>
                <a:lnTo>
                  <a:pt x="264784" y="158623"/>
                </a:lnTo>
                <a:lnTo>
                  <a:pt x="129984" y="158623"/>
                </a:lnTo>
                <a:lnTo>
                  <a:pt x="124841" y="158241"/>
                </a:lnTo>
                <a:lnTo>
                  <a:pt x="124841" y="63626"/>
                </a:lnTo>
                <a:lnTo>
                  <a:pt x="263546" y="63626"/>
                </a:lnTo>
                <a:lnTo>
                  <a:pt x="263332" y="61956"/>
                </a:lnTo>
                <a:lnTo>
                  <a:pt x="261239" y="52450"/>
                </a:lnTo>
                <a:lnTo>
                  <a:pt x="258406" y="44735"/>
                </a:lnTo>
                <a:lnTo>
                  <a:pt x="258310" y="44471"/>
                </a:lnTo>
                <a:lnTo>
                  <a:pt x="226091" y="13795"/>
                </a:lnTo>
                <a:lnTo>
                  <a:pt x="187630" y="3536"/>
                </a:lnTo>
                <a:lnTo>
                  <a:pt x="149236" y="400"/>
                </a:lnTo>
                <a:lnTo>
                  <a:pt x="125730" y="0"/>
                </a:lnTo>
                <a:close/>
              </a:path>
              <a:path w="1153795" h="1391920">
                <a:moveTo>
                  <a:pt x="495681" y="0"/>
                </a:moveTo>
                <a:lnTo>
                  <a:pt x="318896" y="0"/>
                </a:lnTo>
                <a:lnTo>
                  <a:pt x="278638" y="240029"/>
                </a:lnTo>
                <a:lnTo>
                  <a:pt x="540893" y="240029"/>
                </a:lnTo>
                <a:lnTo>
                  <a:pt x="540725" y="239140"/>
                </a:lnTo>
                <a:lnTo>
                  <a:pt x="388746" y="239140"/>
                </a:lnTo>
                <a:lnTo>
                  <a:pt x="391955" y="211327"/>
                </a:lnTo>
                <a:lnTo>
                  <a:pt x="396983" y="175662"/>
                </a:lnTo>
                <a:lnTo>
                  <a:pt x="403766" y="132770"/>
                </a:lnTo>
                <a:lnTo>
                  <a:pt x="412242" y="82931"/>
                </a:lnTo>
                <a:lnTo>
                  <a:pt x="511301" y="82931"/>
                </a:lnTo>
                <a:lnTo>
                  <a:pt x="495756" y="400"/>
                </a:lnTo>
                <a:lnTo>
                  <a:pt x="495681" y="0"/>
                </a:lnTo>
                <a:close/>
              </a:path>
              <a:path w="1153795" h="1391920">
                <a:moveTo>
                  <a:pt x="672465" y="0"/>
                </a:moveTo>
                <a:lnTo>
                  <a:pt x="585851" y="0"/>
                </a:lnTo>
                <a:lnTo>
                  <a:pt x="585851" y="240029"/>
                </a:lnTo>
                <a:lnTo>
                  <a:pt x="708152" y="240029"/>
                </a:lnTo>
                <a:lnTo>
                  <a:pt x="708152" y="204215"/>
                </a:lnTo>
                <a:lnTo>
                  <a:pt x="847180" y="204215"/>
                </a:lnTo>
                <a:lnTo>
                  <a:pt x="808214" y="181742"/>
                </a:lnTo>
                <a:lnTo>
                  <a:pt x="791591" y="177926"/>
                </a:lnTo>
                <a:lnTo>
                  <a:pt x="809970" y="175662"/>
                </a:lnTo>
                <a:lnTo>
                  <a:pt x="845439" y="159893"/>
                </a:lnTo>
                <a:lnTo>
                  <a:pt x="852768" y="146431"/>
                </a:lnTo>
                <a:lnTo>
                  <a:pt x="708152" y="146431"/>
                </a:lnTo>
                <a:lnTo>
                  <a:pt x="708152" y="63626"/>
                </a:lnTo>
                <a:lnTo>
                  <a:pt x="854794" y="63626"/>
                </a:lnTo>
                <a:lnTo>
                  <a:pt x="854186" y="60452"/>
                </a:lnTo>
                <a:lnTo>
                  <a:pt x="829315" y="22479"/>
                </a:lnTo>
                <a:lnTo>
                  <a:pt x="789685" y="5334"/>
                </a:lnTo>
                <a:lnTo>
                  <a:pt x="745029" y="1333"/>
                </a:lnTo>
                <a:lnTo>
                  <a:pt x="714442" y="400"/>
                </a:lnTo>
                <a:lnTo>
                  <a:pt x="720277" y="400"/>
                </a:lnTo>
                <a:lnTo>
                  <a:pt x="672465" y="0"/>
                </a:lnTo>
                <a:close/>
              </a:path>
              <a:path w="1153795" h="1391920">
                <a:moveTo>
                  <a:pt x="847180" y="204215"/>
                </a:moveTo>
                <a:lnTo>
                  <a:pt x="708152" y="204215"/>
                </a:lnTo>
                <a:lnTo>
                  <a:pt x="719605" y="204666"/>
                </a:lnTo>
                <a:lnTo>
                  <a:pt x="728630" y="206009"/>
                </a:lnTo>
                <a:lnTo>
                  <a:pt x="744798" y="239140"/>
                </a:lnTo>
                <a:lnTo>
                  <a:pt x="744855" y="240029"/>
                </a:lnTo>
                <a:lnTo>
                  <a:pt x="858266" y="240029"/>
                </a:lnTo>
                <a:lnTo>
                  <a:pt x="858266" y="237616"/>
                </a:lnTo>
                <a:lnTo>
                  <a:pt x="850519" y="208422"/>
                </a:lnTo>
                <a:lnTo>
                  <a:pt x="847180" y="204215"/>
                </a:lnTo>
                <a:close/>
              </a:path>
              <a:path w="1153795" h="1391920">
                <a:moveTo>
                  <a:pt x="1081023" y="74422"/>
                </a:moveTo>
                <a:lnTo>
                  <a:pt x="958722" y="74422"/>
                </a:lnTo>
                <a:lnTo>
                  <a:pt x="958722" y="240029"/>
                </a:lnTo>
                <a:lnTo>
                  <a:pt x="1081023" y="240029"/>
                </a:lnTo>
                <a:lnTo>
                  <a:pt x="1081023" y="74422"/>
                </a:lnTo>
                <a:close/>
              </a:path>
              <a:path w="1153795" h="1391920">
                <a:moveTo>
                  <a:pt x="511301" y="82931"/>
                </a:moveTo>
                <a:lnTo>
                  <a:pt x="412242" y="82931"/>
                </a:lnTo>
                <a:lnTo>
                  <a:pt x="416907" y="127573"/>
                </a:lnTo>
                <a:lnTo>
                  <a:pt x="421560" y="168513"/>
                </a:lnTo>
                <a:lnTo>
                  <a:pt x="426190" y="205714"/>
                </a:lnTo>
                <a:lnTo>
                  <a:pt x="430783" y="239140"/>
                </a:lnTo>
                <a:lnTo>
                  <a:pt x="540725" y="239140"/>
                </a:lnTo>
                <a:lnTo>
                  <a:pt x="511301" y="82931"/>
                </a:lnTo>
                <a:close/>
              </a:path>
              <a:path w="1153795" h="1391920">
                <a:moveTo>
                  <a:pt x="263546" y="63626"/>
                </a:moveTo>
                <a:lnTo>
                  <a:pt x="124841" y="63626"/>
                </a:lnTo>
                <a:lnTo>
                  <a:pt x="135725" y="63984"/>
                </a:lnTo>
                <a:lnTo>
                  <a:pt x="144573" y="65055"/>
                </a:lnTo>
                <a:lnTo>
                  <a:pt x="163702" y="94234"/>
                </a:lnTo>
                <a:lnTo>
                  <a:pt x="163581" y="127573"/>
                </a:lnTo>
                <a:lnTo>
                  <a:pt x="145033" y="158623"/>
                </a:lnTo>
                <a:lnTo>
                  <a:pt x="264784" y="158623"/>
                </a:lnTo>
                <a:lnTo>
                  <a:pt x="265471" y="153124"/>
                </a:lnTo>
                <a:lnTo>
                  <a:pt x="265559" y="150659"/>
                </a:lnTo>
                <a:lnTo>
                  <a:pt x="265659" y="147877"/>
                </a:lnTo>
                <a:lnTo>
                  <a:pt x="265751" y="145288"/>
                </a:lnTo>
                <a:lnTo>
                  <a:pt x="265871" y="141938"/>
                </a:lnTo>
                <a:lnTo>
                  <a:pt x="265997" y="138404"/>
                </a:lnTo>
                <a:lnTo>
                  <a:pt x="266017" y="101600"/>
                </a:lnTo>
                <a:lnTo>
                  <a:pt x="265878" y="94234"/>
                </a:lnTo>
                <a:lnTo>
                  <a:pt x="265757" y="87776"/>
                </a:lnTo>
                <a:lnTo>
                  <a:pt x="264888" y="74422"/>
                </a:lnTo>
                <a:lnTo>
                  <a:pt x="264842" y="73723"/>
                </a:lnTo>
                <a:lnTo>
                  <a:pt x="263592" y="63984"/>
                </a:lnTo>
                <a:lnTo>
                  <a:pt x="263546" y="63626"/>
                </a:lnTo>
                <a:close/>
              </a:path>
              <a:path w="1153795" h="1391920">
                <a:moveTo>
                  <a:pt x="854794" y="63626"/>
                </a:moveTo>
                <a:lnTo>
                  <a:pt x="708152" y="63626"/>
                </a:lnTo>
                <a:lnTo>
                  <a:pt x="717928" y="63984"/>
                </a:lnTo>
                <a:lnTo>
                  <a:pt x="726102" y="65055"/>
                </a:lnTo>
                <a:lnTo>
                  <a:pt x="732636" y="66841"/>
                </a:lnTo>
                <a:lnTo>
                  <a:pt x="737552" y="69341"/>
                </a:lnTo>
                <a:lnTo>
                  <a:pt x="742695" y="72771"/>
                </a:lnTo>
                <a:lnTo>
                  <a:pt x="745363" y="80645"/>
                </a:lnTo>
                <a:lnTo>
                  <a:pt x="745363" y="112775"/>
                </a:lnTo>
                <a:lnTo>
                  <a:pt x="744952" y="121477"/>
                </a:lnTo>
                <a:lnTo>
                  <a:pt x="744839" y="123874"/>
                </a:lnTo>
                <a:lnTo>
                  <a:pt x="708152" y="146431"/>
                </a:lnTo>
                <a:lnTo>
                  <a:pt x="852768" y="146431"/>
                </a:lnTo>
                <a:lnTo>
                  <a:pt x="855614" y="137842"/>
                </a:lnTo>
                <a:lnTo>
                  <a:pt x="858172" y="121477"/>
                </a:lnTo>
                <a:lnTo>
                  <a:pt x="858918" y="104139"/>
                </a:lnTo>
                <a:lnTo>
                  <a:pt x="859028" y="101600"/>
                </a:lnTo>
                <a:lnTo>
                  <a:pt x="858008" y="82931"/>
                </a:lnTo>
                <a:lnTo>
                  <a:pt x="857883" y="80645"/>
                </a:lnTo>
                <a:lnTo>
                  <a:pt x="857815" y="79406"/>
                </a:lnTo>
                <a:lnTo>
                  <a:pt x="854862" y="63984"/>
                </a:lnTo>
                <a:lnTo>
                  <a:pt x="854794" y="63626"/>
                </a:lnTo>
                <a:close/>
              </a:path>
              <a:path w="1153795" h="1391920">
                <a:moveTo>
                  <a:pt x="1153668" y="0"/>
                </a:moveTo>
                <a:lnTo>
                  <a:pt x="886206" y="0"/>
                </a:lnTo>
                <a:lnTo>
                  <a:pt x="886206" y="74422"/>
                </a:lnTo>
                <a:lnTo>
                  <a:pt x="1153668" y="74422"/>
                </a:lnTo>
                <a:lnTo>
                  <a:pt x="1153668" y="0"/>
                </a:lnTo>
                <a:close/>
              </a:path>
            </a:pathLst>
          </a:custGeom>
          <a:solidFill>
            <a:srgbClr val="EBBD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28517" y="3371799"/>
            <a:ext cx="97599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25" dirty="0">
                <a:solidFill>
                  <a:srgbClr val="FFFFFF"/>
                </a:solidFill>
                <a:latin typeface="Impact" panose="020B0806030902050204"/>
                <a:cs typeface="Impact" panose="020B0806030902050204"/>
              </a:rPr>
              <a:t>02</a:t>
            </a:r>
            <a:endParaRPr sz="720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19530" y="1778507"/>
            <a:ext cx="9455785" cy="4197350"/>
            <a:chOff x="1319530" y="1778507"/>
            <a:chExt cx="9455785" cy="4197350"/>
          </a:xfrm>
        </p:grpSpPr>
        <p:sp>
          <p:nvSpPr>
            <p:cNvPr id="3" name="object 3"/>
            <p:cNvSpPr/>
            <p:nvPr/>
          </p:nvSpPr>
          <p:spPr>
            <a:xfrm>
              <a:off x="1325880" y="2339339"/>
              <a:ext cx="9443085" cy="3630295"/>
            </a:xfrm>
            <a:custGeom>
              <a:avLst/>
              <a:gdLst/>
              <a:ahLst/>
              <a:cxnLst/>
              <a:rect l="l" t="t" r="r" b="b"/>
              <a:pathLst>
                <a:path w="9443085" h="3630295">
                  <a:moveTo>
                    <a:pt x="0" y="3630167"/>
                  </a:moveTo>
                  <a:lnTo>
                    <a:pt x="9442704" y="3630167"/>
                  </a:lnTo>
                  <a:lnTo>
                    <a:pt x="9442704" y="0"/>
                  </a:lnTo>
                  <a:lnTo>
                    <a:pt x="0" y="0"/>
                  </a:lnTo>
                  <a:lnTo>
                    <a:pt x="0" y="3630167"/>
                  </a:lnTo>
                  <a:close/>
                </a:path>
              </a:pathLst>
            </a:custGeom>
            <a:ln w="12191">
              <a:solidFill>
                <a:srgbClr val="EBBD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50264" y="3296411"/>
              <a:ext cx="9394190" cy="0"/>
            </a:xfrm>
            <a:custGeom>
              <a:avLst/>
              <a:gdLst/>
              <a:ahLst/>
              <a:cxnLst/>
              <a:rect l="l" t="t" r="r" b="b"/>
              <a:pathLst>
                <a:path w="9394190">
                  <a:moveTo>
                    <a:pt x="9393936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BBD8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5880" y="1778507"/>
              <a:ext cx="3192780" cy="563880"/>
            </a:xfrm>
            <a:custGeom>
              <a:avLst/>
              <a:gdLst/>
              <a:ahLst/>
              <a:cxnLst/>
              <a:rect l="l" t="t" r="r" b="b"/>
              <a:pathLst>
                <a:path w="3192779" h="563880">
                  <a:moveTo>
                    <a:pt x="72643" y="563626"/>
                  </a:moveTo>
                  <a:lnTo>
                    <a:pt x="0" y="563626"/>
                  </a:lnTo>
                  <a:lnTo>
                    <a:pt x="0" y="563879"/>
                  </a:lnTo>
                  <a:lnTo>
                    <a:pt x="72516" y="563879"/>
                  </a:lnTo>
                  <a:lnTo>
                    <a:pt x="72643" y="563626"/>
                  </a:lnTo>
                  <a:close/>
                </a:path>
                <a:path w="3192779" h="563880">
                  <a:moveTo>
                    <a:pt x="3052825" y="563626"/>
                  </a:moveTo>
                  <a:lnTo>
                    <a:pt x="2980309" y="563626"/>
                  </a:lnTo>
                  <a:lnTo>
                    <a:pt x="2980309" y="563879"/>
                  </a:lnTo>
                  <a:lnTo>
                    <a:pt x="3052825" y="563879"/>
                  </a:lnTo>
                  <a:lnTo>
                    <a:pt x="3052825" y="563626"/>
                  </a:lnTo>
                  <a:close/>
                </a:path>
                <a:path w="3192779" h="563880">
                  <a:moveTo>
                    <a:pt x="139953" y="253"/>
                  </a:moveTo>
                  <a:lnTo>
                    <a:pt x="0" y="253"/>
                  </a:lnTo>
                  <a:lnTo>
                    <a:pt x="0" y="563626"/>
                  </a:lnTo>
                  <a:lnTo>
                    <a:pt x="139953" y="253"/>
                  </a:lnTo>
                  <a:close/>
                </a:path>
                <a:path w="3192779" h="563880">
                  <a:moveTo>
                    <a:pt x="3120135" y="253"/>
                  </a:moveTo>
                  <a:lnTo>
                    <a:pt x="212470" y="253"/>
                  </a:lnTo>
                  <a:lnTo>
                    <a:pt x="72643" y="563626"/>
                  </a:lnTo>
                  <a:lnTo>
                    <a:pt x="2980309" y="563626"/>
                  </a:lnTo>
                  <a:lnTo>
                    <a:pt x="3120135" y="253"/>
                  </a:lnTo>
                  <a:close/>
                </a:path>
                <a:path w="3192779" h="563880">
                  <a:moveTo>
                    <a:pt x="3192780" y="253"/>
                  </a:moveTo>
                  <a:lnTo>
                    <a:pt x="3052825" y="563626"/>
                  </a:lnTo>
                  <a:lnTo>
                    <a:pt x="3192780" y="563626"/>
                  </a:lnTo>
                  <a:lnTo>
                    <a:pt x="3192780" y="253"/>
                  </a:lnTo>
                  <a:close/>
                </a:path>
                <a:path w="3192779" h="563880">
                  <a:moveTo>
                    <a:pt x="212470" y="0"/>
                  </a:moveTo>
                  <a:lnTo>
                    <a:pt x="139953" y="0"/>
                  </a:lnTo>
                  <a:lnTo>
                    <a:pt x="139953" y="253"/>
                  </a:lnTo>
                  <a:lnTo>
                    <a:pt x="212470" y="253"/>
                  </a:lnTo>
                  <a:lnTo>
                    <a:pt x="212470" y="0"/>
                  </a:lnTo>
                  <a:close/>
                </a:path>
                <a:path w="3192779" h="563880">
                  <a:moveTo>
                    <a:pt x="3192780" y="0"/>
                  </a:moveTo>
                  <a:lnTo>
                    <a:pt x="3120262" y="0"/>
                  </a:lnTo>
                  <a:lnTo>
                    <a:pt x="3120135" y="253"/>
                  </a:lnTo>
                  <a:lnTo>
                    <a:pt x="3192780" y="253"/>
                  </a:lnTo>
                  <a:lnTo>
                    <a:pt x="3192780" y="0"/>
                  </a:lnTo>
                  <a:close/>
                </a:path>
              </a:pathLst>
            </a:custGeom>
            <a:solidFill>
              <a:srgbClr val="EBBD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212594" y="1779396"/>
              <a:ext cx="1775459" cy="51358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62100" y="2447543"/>
              <a:ext cx="2566670" cy="769620"/>
            </a:xfrm>
            <a:custGeom>
              <a:avLst/>
              <a:gdLst/>
              <a:ahLst/>
              <a:cxnLst/>
              <a:rect l="l" t="t" r="r" b="b"/>
              <a:pathLst>
                <a:path w="2566670" h="769619">
                  <a:moveTo>
                    <a:pt x="2566416" y="0"/>
                  </a:moveTo>
                  <a:lnTo>
                    <a:pt x="0" y="0"/>
                  </a:lnTo>
                  <a:lnTo>
                    <a:pt x="0" y="769620"/>
                  </a:lnTo>
                  <a:lnTo>
                    <a:pt x="2566416" y="769620"/>
                  </a:lnTo>
                  <a:lnTo>
                    <a:pt x="2566416" y="0"/>
                  </a:lnTo>
                  <a:close/>
                </a:path>
              </a:pathLst>
            </a:custGeom>
            <a:solidFill>
              <a:srgbClr val="0E13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Question</a:t>
            </a:r>
            <a:r>
              <a:rPr spc="-10" dirty="0">
                <a:latin typeface="微软雅黑"/>
                <a:cs typeface="微软雅黑"/>
              </a:rPr>
              <a:t>：</a:t>
            </a:r>
            <a:endParaRPr spc="-10" dirty="0">
              <a:latin typeface="微软雅黑"/>
              <a:cs typeface="微软雅黑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54123" y="2560269"/>
            <a:ext cx="7479665" cy="2562225"/>
            <a:chOff x="1754123" y="2560269"/>
            <a:chExt cx="7479665" cy="25622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2355" y="2560269"/>
              <a:ext cx="4476623" cy="58856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4123" y="3876497"/>
              <a:ext cx="710184" cy="47731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09215" y="3876497"/>
              <a:ext cx="1092708" cy="47731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7687" y="3876497"/>
              <a:ext cx="6395846" cy="4773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54123" y="4644897"/>
              <a:ext cx="601472" cy="4770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05227" y="4644897"/>
              <a:ext cx="710184" cy="4770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60319" y="4644897"/>
              <a:ext cx="710793" cy="4770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15665" y="4644897"/>
              <a:ext cx="601471" cy="4770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66769" y="4644897"/>
              <a:ext cx="710184" cy="47701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21861" y="4644897"/>
              <a:ext cx="710184" cy="47701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62297" y="4644897"/>
              <a:ext cx="601472" cy="47701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13401" y="4644897"/>
              <a:ext cx="710184" cy="47701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68494" y="4644897"/>
              <a:ext cx="710793" cy="4770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06263" y="4644897"/>
              <a:ext cx="368808" cy="47701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90666" y="4644897"/>
              <a:ext cx="710184" cy="47701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5758" y="4644897"/>
              <a:ext cx="710184" cy="47701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80098" y="4644897"/>
              <a:ext cx="368807" cy="47701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64502" y="4644897"/>
              <a:ext cx="710183" cy="4770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19595" y="4644897"/>
              <a:ext cx="710793" cy="4770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55713" y="4644897"/>
              <a:ext cx="368807" cy="47701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0116" y="4644897"/>
              <a:ext cx="710183" cy="47701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95208" y="4644897"/>
              <a:ext cx="710183" cy="47701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31072" y="4644897"/>
              <a:ext cx="368807" cy="47701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15477" y="4644897"/>
              <a:ext cx="710183" cy="477012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61669" y="813561"/>
            <a:ext cx="2476880" cy="661415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36" name="object 36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1669" y="813561"/>
            <a:ext cx="10125710" cy="5782310"/>
            <a:chOff x="861669" y="813561"/>
            <a:chExt cx="10125710" cy="5782310"/>
          </a:xfrm>
        </p:grpSpPr>
        <p:sp>
          <p:nvSpPr>
            <p:cNvPr id="3" name="object 3"/>
            <p:cNvSpPr/>
            <p:nvPr/>
          </p:nvSpPr>
          <p:spPr>
            <a:xfrm>
              <a:off x="1452372" y="1528571"/>
              <a:ext cx="9443085" cy="5061585"/>
            </a:xfrm>
            <a:custGeom>
              <a:avLst/>
              <a:gdLst/>
              <a:ahLst/>
              <a:cxnLst/>
              <a:rect l="l" t="t" r="r" b="b"/>
              <a:pathLst>
                <a:path w="9443085" h="5061584">
                  <a:moveTo>
                    <a:pt x="0" y="5061204"/>
                  </a:moveTo>
                  <a:lnTo>
                    <a:pt x="9442704" y="5061204"/>
                  </a:lnTo>
                  <a:lnTo>
                    <a:pt x="9442704" y="0"/>
                  </a:lnTo>
                  <a:lnTo>
                    <a:pt x="0" y="0"/>
                  </a:lnTo>
                  <a:lnTo>
                    <a:pt x="0" y="5061204"/>
                  </a:lnTo>
                  <a:close/>
                </a:path>
              </a:pathLst>
            </a:custGeom>
            <a:ln w="12192">
              <a:solidFill>
                <a:srgbClr val="EBBD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02296" y="964691"/>
              <a:ext cx="3192780" cy="563880"/>
            </a:xfrm>
            <a:custGeom>
              <a:avLst/>
              <a:gdLst/>
              <a:ahLst/>
              <a:cxnLst/>
              <a:rect l="l" t="t" r="r" b="b"/>
              <a:pathLst>
                <a:path w="3192779" h="563880">
                  <a:moveTo>
                    <a:pt x="72644" y="563626"/>
                  </a:moveTo>
                  <a:lnTo>
                    <a:pt x="0" y="563626"/>
                  </a:lnTo>
                  <a:lnTo>
                    <a:pt x="0" y="563880"/>
                  </a:lnTo>
                  <a:lnTo>
                    <a:pt x="72517" y="563880"/>
                  </a:lnTo>
                  <a:lnTo>
                    <a:pt x="72644" y="563626"/>
                  </a:lnTo>
                  <a:close/>
                </a:path>
                <a:path w="3192779" h="563880">
                  <a:moveTo>
                    <a:pt x="3052826" y="563626"/>
                  </a:moveTo>
                  <a:lnTo>
                    <a:pt x="2980308" y="563626"/>
                  </a:lnTo>
                  <a:lnTo>
                    <a:pt x="2980308" y="563880"/>
                  </a:lnTo>
                  <a:lnTo>
                    <a:pt x="3052826" y="563880"/>
                  </a:lnTo>
                  <a:lnTo>
                    <a:pt x="3052826" y="563626"/>
                  </a:lnTo>
                  <a:close/>
                </a:path>
                <a:path w="3192779" h="563880">
                  <a:moveTo>
                    <a:pt x="139953" y="254"/>
                  </a:moveTo>
                  <a:lnTo>
                    <a:pt x="0" y="254"/>
                  </a:lnTo>
                  <a:lnTo>
                    <a:pt x="0" y="563626"/>
                  </a:lnTo>
                  <a:lnTo>
                    <a:pt x="139953" y="254"/>
                  </a:lnTo>
                  <a:close/>
                </a:path>
                <a:path w="3192779" h="563880">
                  <a:moveTo>
                    <a:pt x="3120135" y="254"/>
                  </a:moveTo>
                  <a:lnTo>
                    <a:pt x="212471" y="254"/>
                  </a:lnTo>
                  <a:lnTo>
                    <a:pt x="72644" y="563626"/>
                  </a:lnTo>
                  <a:lnTo>
                    <a:pt x="2980308" y="563626"/>
                  </a:lnTo>
                  <a:lnTo>
                    <a:pt x="3120135" y="254"/>
                  </a:lnTo>
                  <a:close/>
                </a:path>
                <a:path w="3192779" h="563880">
                  <a:moveTo>
                    <a:pt x="3192779" y="254"/>
                  </a:moveTo>
                  <a:lnTo>
                    <a:pt x="3052826" y="563626"/>
                  </a:lnTo>
                  <a:lnTo>
                    <a:pt x="3192779" y="563626"/>
                  </a:lnTo>
                  <a:lnTo>
                    <a:pt x="3192779" y="254"/>
                  </a:lnTo>
                  <a:close/>
                </a:path>
                <a:path w="3192779" h="563880">
                  <a:moveTo>
                    <a:pt x="212471" y="0"/>
                  </a:moveTo>
                  <a:lnTo>
                    <a:pt x="139953" y="0"/>
                  </a:lnTo>
                  <a:lnTo>
                    <a:pt x="139953" y="254"/>
                  </a:lnTo>
                  <a:lnTo>
                    <a:pt x="212471" y="254"/>
                  </a:lnTo>
                  <a:lnTo>
                    <a:pt x="212471" y="0"/>
                  </a:lnTo>
                  <a:close/>
                </a:path>
                <a:path w="3192779" h="563880">
                  <a:moveTo>
                    <a:pt x="3192779" y="0"/>
                  </a:moveTo>
                  <a:lnTo>
                    <a:pt x="3120262" y="0"/>
                  </a:lnTo>
                  <a:lnTo>
                    <a:pt x="3120135" y="254"/>
                  </a:lnTo>
                  <a:lnTo>
                    <a:pt x="3192779" y="254"/>
                  </a:lnTo>
                  <a:lnTo>
                    <a:pt x="3192779" y="0"/>
                  </a:lnTo>
                  <a:close/>
                </a:path>
              </a:pathLst>
            </a:custGeom>
            <a:solidFill>
              <a:srgbClr val="EBBD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967725" y="965326"/>
              <a:ext cx="2130932" cy="5135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43566" y="965326"/>
              <a:ext cx="711200" cy="5135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76966" y="965326"/>
              <a:ext cx="710183" cy="5135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3391" y="1733422"/>
              <a:ext cx="256031" cy="3078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6291" y="1733422"/>
              <a:ext cx="1143381" cy="30784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50946" y="1733422"/>
              <a:ext cx="237744" cy="30784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69818" y="1733422"/>
              <a:ext cx="149351" cy="30784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44493" y="1733422"/>
              <a:ext cx="356615" cy="30784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82237" y="1733422"/>
              <a:ext cx="2743581" cy="30784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97219" y="1733422"/>
              <a:ext cx="685800" cy="3078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54419" y="1733422"/>
              <a:ext cx="237744" cy="3078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73290" y="1733422"/>
              <a:ext cx="457200" cy="30784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93391" y="2144598"/>
              <a:ext cx="256031" cy="30815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36291" y="2144598"/>
              <a:ext cx="1600581" cy="30815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93391" y="2556636"/>
              <a:ext cx="256031" cy="30784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36291" y="2556636"/>
              <a:ext cx="1829181" cy="30784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936746" y="2556636"/>
              <a:ext cx="457200" cy="30784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65345" y="2556636"/>
              <a:ext cx="237744" cy="30784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84218" y="2556636"/>
              <a:ext cx="1143381" cy="30784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98999" y="2556636"/>
              <a:ext cx="237744" cy="30784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317870" y="2556636"/>
              <a:ext cx="3657980" cy="30784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747124" y="2556636"/>
              <a:ext cx="237744" cy="30784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65997" y="2556636"/>
              <a:ext cx="149351" cy="30784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940673" y="2556636"/>
              <a:ext cx="237744" cy="30784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059545" y="2556636"/>
              <a:ext cx="457200" cy="30784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993391" y="2968116"/>
              <a:ext cx="256031" cy="30784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336291" y="2968116"/>
              <a:ext cx="2057781" cy="30784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165345" y="2968116"/>
              <a:ext cx="780541" cy="30784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834382" y="2968116"/>
              <a:ext cx="686257" cy="30784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993391" y="3379292"/>
              <a:ext cx="256031" cy="30815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336291" y="3379292"/>
              <a:ext cx="1143381" cy="30815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250946" y="3379292"/>
              <a:ext cx="179831" cy="30815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340862" y="3379292"/>
              <a:ext cx="685800" cy="30815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798062" y="3379292"/>
              <a:ext cx="479551" cy="30815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157726" y="3379292"/>
              <a:ext cx="685800" cy="30815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993391" y="3791457"/>
              <a:ext cx="256031" cy="30784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336291" y="3791457"/>
              <a:ext cx="685800" cy="30784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793491" y="3791457"/>
              <a:ext cx="238353" cy="30784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912618" y="3791457"/>
              <a:ext cx="2514981" cy="30784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198999" y="3791457"/>
              <a:ext cx="237744" cy="30784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317870" y="3791457"/>
              <a:ext cx="1371600" cy="30784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460870" y="3791457"/>
              <a:ext cx="457200" cy="30784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689470" y="3791457"/>
              <a:ext cx="1158582" cy="30784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732140" y="3791457"/>
              <a:ext cx="1828800" cy="30784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32340" y="3791457"/>
              <a:ext cx="457809" cy="30784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561322" y="3791457"/>
              <a:ext cx="1158240" cy="30784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993391" y="4202938"/>
              <a:ext cx="256031" cy="30784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336291" y="4202938"/>
              <a:ext cx="2057781" cy="30784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65345" y="4202938"/>
              <a:ext cx="457200" cy="30784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393945" y="4202938"/>
              <a:ext cx="585215" cy="30784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832857" y="4202938"/>
              <a:ext cx="2057781" cy="30784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62038" y="4202938"/>
              <a:ext cx="457200" cy="30784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890638" y="4202938"/>
              <a:ext cx="237744" cy="30784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009511" y="4202938"/>
              <a:ext cx="457809" cy="30784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993391" y="4614113"/>
              <a:ext cx="256031" cy="30815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336291" y="4614113"/>
              <a:ext cx="5487415" cy="30815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993391" y="5026152"/>
              <a:ext cx="256031" cy="30784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336291" y="5026152"/>
              <a:ext cx="564895" cy="30784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759963" y="5026152"/>
              <a:ext cx="2743835" cy="30784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993391" y="5437632"/>
              <a:ext cx="388112" cy="30784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336291" y="5437632"/>
              <a:ext cx="1829181" cy="307847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936746" y="5437632"/>
              <a:ext cx="457200" cy="30784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65345" y="5437632"/>
              <a:ext cx="237744" cy="307847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284218" y="5437632"/>
              <a:ext cx="2057781" cy="307847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113399" y="5437632"/>
              <a:ext cx="705916" cy="307847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701663" y="5437632"/>
              <a:ext cx="1371980" cy="307847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44916" y="5437632"/>
              <a:ext cx="457200" cy="307847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073516" y="5437632"/>
              <a:ext cx="237744" cy="307847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8192388" y="5437632"/>
              <a:ext cx="457200" cy="30784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993391" y="5849111"/>
              <a:ext cx="388112" cy="308152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336291" y="5849111"/>
              <a:ext cx="2972435" cy="30815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80126" y="5849111"/>
              <a:ext cx="457200" cy="308152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308726" y="5849111"/>
              <a:ext cx="594360" cy="30815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784214" y="5849111"/>
              <a:ext cx="457200" cy="308152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993391" y="6260896"/>
              <a:ext cx="388112" cy="307848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336291" y="6260896"/>
              <a:ext cx="3429634" cy="307848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861669" y="813561"/>
              <a:ext cx="2476880" cy="661415"/>
            </a:xfrm>
            <a:prstGeom prst="rect">
              <a:avLst/>
            </a:prstGeom>
          </p:spPr>
        </p:pic>
      </p:grpSp>
      <p:grpSp>
        <p:nvGrpSpPr>
          <p:cNvPr id="82" name="object 82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83" name="object 83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1669" y="813561"/>
            <a:ext cx="9972675" cy="5768975"/>
            <a:chOff x="861669" y="813561"/>
            <a:chExt cx="9972675" cy="5768975"/>
          </a:xfrm>
        </p:grpSpPr>
        <p:sp>
          <p:nvSpPr>
            <p:cNvPr id="3" name="object 3"/>
            <p:cNvSpPr/>
            <p:nvPr/>
          </p:nvSpPr>
          <p:spPr>
            <a:xfrm>
              <a:off x="1385315" y="1513331"/>
              <a:ext cx="9443085" cy="5062855"/>
            </a:xfrm>
            <a:custGeom>
              <a:avLst/>
              <a:gdLst/>
              <a:ahLst/>
              <a:cxnLst/>
              <a:rect l="l" t="t" r="r" b="b"/>
              <a:pathLst>
                <a:path w="9443085" h="5062855">
                  <a:moveTo>
                    <a:pt x="0" y="5062728"/>
                  </a:moveTo>
                  <a:lnTo>
                    <a:pt x="9442704" y="5062728"/>
                  </a:lnTo>
                  <a:lnTo>
                    <a:pt x="9442704" y="0"/>
                  </a:lnTo>
                  <a:lnTo>
                    <a:pt x="0" y="0"/>
                  </a:lnTo>
                  <a:lnTo>
                    <a:pt x="0" y="5062728"/>
                  </a:lnTo>
                  <a:close/>
                </a:path>
              </a:pathLst>
            </a:custGeom>
            <a:ln w="12192">
              <a:solidFill>
                <a:srgbClr val="EBBD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685788" y="950975"/>
              <a:ext cx="4142740" cy="562610"/>
            </a:xfrm>
            <a:custGeom>
              <a:avLst/>
              <a:gdLst/>
              <a:ahLst/>
              <a:cxnLst/>
              <a:rect l="l" t="t" r="r" b="b"/>
              <a:pathLst>
                <a:path w="4142740" h="562610">
                  <a:moveTo>
                    <a:pt x="94106" y="562101"/>
                  </a:moveTo>
                  <a:lnTo>
                    <a:pt x="126" y="562101"/>
                  </a:lnTo>
                  <a:lnTo>
                    <a:pt x="0" y="562356"/>
                  </a:lnTo>
                  <a:lnTo>
                    <a:pt x="94106" y="562356"/>
                  </a:lnTo>
                  <a:lnTo>
                    <a:pt x="94106" y="562101"/>
                  </a:lnTo>
                  <a:close/>
                </a:path>
                <a:path w="4142740" h="562610">
                  <a:moveTo>
                    <a:pt x="3960621" y="562101"/>
                  </a:moveTo>
                  <a:lnTo>
                    <a:pt x="3866514" y="562101"/>
                  </a:lnTo>
                  <a:lnTo>
                    <a:pt x="3866514" y="562356"/>
                  </a:lnTo>
                  <a:lnTo>
                    <a:pt x="3960621" y="562356"/>
                  </a:lnTo>
                  <a:lnTo>
                    <a:pt x="3960621" y="562101"/>
                  </a:lnTo>
                  <a:close/>
                </a:path>
                <a:path w="4142740" h="562610">
                  <a:moveTo>
                    <a:pt x="181609" y="253"/>
                  </a:moveTo>
                  <a:lnTo>
                    <a:pt x="0" y="253"/>
                  </a:lnTo>
                  <a:lnTo>
                    <a:pt x="126" y="562101"/>
                  </a:lnTo>
                  <a:lnTo>
                    <a:pt x="181609" y="253"/>
                  </a:lnTo>
                  <a:close/>
                </a:path>
                <a:path w="4142740" h="562610">
                  <a:moveTo>
                    <a:pt x="4048125" y="253"/>
                  </a:moveTo>
                  <a:lnTo>
                    <a:pt x="275716" y="253"/>
                  </a:lnTo>
                  <a:lnTo>
                    <a:pt x="94106" y="562101"/>
                  </a:lnTo>
                  <a:lnTo>
                    <a:pt x="3866514" y="562101"/>
                  </a:lnTo>
                  <a:lnTo>
                    <a:pt x="4048125" y="253"/>
                  </a:lnTo>
                  <a:close/>
                </a:path>
                <a:path w="4142740" h="562610">
                  <a:moveTo>
                    <a:pt x="4142104" y="253"/>
                  </a:moveTo>
                  <a:lnTo>
                    <a:pt x="3960621" y="562101"/>
                  </a:lnTo>
                  <a:lnTo>
                    <a:pt x="4142231" y="562101"/>
                  </a:lnTo>
                  <a:lnTo>
                    <a:pt x="4142104" y="253"/>
                  </a:lnTo>
                  <a:close/>
                </a:path>
                <a:path w="4142740" h="562610">
                  <a:moveTo>
                    <a:pt x="275716" y="0"/>
                  </a:moveTo>
                  <a:lnTo>
                    <a:pt x="181609" y="0"/>
                  </a:lnTo>
                  <a:lnTo>
                    <a:pt x="181609" y="253"/>
                  </a:lnTo>
                  <a:lnTo>
                    <a:pt x="275716" y="253"/>
                  </a:lnTo>
                  <a:lnTo>
                    <a:pt x="275716" y="0"/>
                  </a:lnTo>
                  <a:close/>
                </a:path>
                <a:path w="4142740" h="562610">
                  <a:moveTo>
                    <a:pt x="4142231" y="0"/>
                  </a:moveTo>
                  <a:lnTo>
                    <a:pt x="4048125" y="0"/>
                  </a:lnTo>
                  <a:lnTo>
                    <a:pt x="4048125" y="253"/>
                  </a:lnTo>
                  <a:lnTo>
                    <a:pt x="4142104" y="253"/>
                  </a:lnTo>
                  <a:lnTo>
                    <a:pt x="4142231" y="0"/>
                  </a:lnTo>
                  <a:close/>
                </a:path>
              </a:pathLst>
            </a:custGeom>
            <a:solidFill>
              <a:srgbClr val="EBBD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090282" y="950721"/>
              <a:ext cx="2130932" cy="5135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65997" y="950721"/>
              <a:ext cx="1376299" cy="5135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70337" y="950721"/>
              <a:ext cx="710183" cy="5135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61159" y="1623059"/>
              <a:ext cx="2080260" cy="647700"/>
            </a:xfrm>
            <a:custGeom>
              <a:avLst/>
              <a:gdLst/>
              <a:ahLst/>
              <a:cxnLst/>
              <a:rect l="l" t="t" r="r" b="b"/>
              <a:pathLst>
                <a:path w="2080260" h="647700">
                  <a:moveTo>
                    <a:pt x="208026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2080260" y="647700"/>
                  </a:lnTo>
                  <a:lnTo>
                    <a:pt x="2080260" y="0"/>
                  </a:lnTo>
                  <a:close/>
                </a:path>
              </a:pathLst>
            </a:custGeom>
            <a:solidFill>
              <a:srgbClr val="0E132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3488" y="1581657"/>
              <a:ext cx="2286381" cy="6614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29100" y="1930653"/>
              <a:ext cx="2286380" cy="33070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86753" y="1930653"/>
              <a:ext cx="252983" cy="33070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13245" y="1930653"/>
              <a:ext cx="914400" cy="33070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99045" y="1930653"/>
              <a:ext cx="457200" cy="33070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27645" y="1930653"/>
              <a:ext cx="2057780" cy="33070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56826" y="1930653"/>
              <a:ext cx="914400" cy="33070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29100" y="2341829"/>
              <a:ext cx="285750" cy="3310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72000" y="2341829"/>
              <a:ext cx="1829180" cy="3310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72453" y="2341829"/>
              <a:ext cx="252984" cy="33101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98945" y="2341829"/>
              <a:ext cx="128015" cy="33101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62953" y="2341829"/>
              <a:ext cx="252983" cy="33101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489445" y="2341829"/>
              <a:ext cx="1828800" cy="33101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29100" y="2753867"/>
              <a:ext cx="285750" cy="33070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72000" y="2753867"/>
              <a:ext cx="4801234" cy="33070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661159" y="3453383"/>
              <a:ext cx="2080260" cy="646430"/>
            </a:xfrm>
            <a:custGeom>
              <a:avLst/>
              <a:gdLst/>
              <a:ahLst/>
              <a:cxnLst/>
              <a:rect l="l" t="t" r="r" b="b"/>
              <a:pathLst>
                <a:path w="2080260" h="646429">
                  <a:moveTo>
                    <a:pt x="2080260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2080260" y="646176"/>
                  </a:lnTo>
                  <a:lnTo>
                    <a:pt x="2080260" y="0"/>
                  </a:lnTo>
                  <a:close/>
                </a:path>
              </a:pathLst>
            </a:custGeom>
            <a:solidFill>
              <a:srgbClr val="0E132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53488" y="3411042"/>
              <a:ext cx="2286381" cy="66172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070227" y="4367479"/>
              <a:ext cx="3021711" cy="33101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859401" y="4367479"/>
              <a:ext cx="463296" cy="3310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091049" y="4367479"/>
              <a:ext cx="2556891" cy="3310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415530" y="4367479"/>
              <a:ext cx="466344" cy="33101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648701" y="4367479"/>
              <a:ext cx="1625473" cy="33101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041891" y="4367479"/>
              <a:ext cx="256031" cy="33101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169908" y="4367479"/>
              <a:ext cx="128016" cy="33101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233915" y="4367479"/>
              <a:ext cx="259079" cy="33101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363456" y="4367479"/>
              <a:ext cx="463296" cy="33101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595103" y="4367479"/>
              <a:ext cx="466344" cy="33101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828275" y="4367479"/>
              <a:ext cx="695401" cy="33101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070227" y="4779517"/>
              <a:ext cx="2514980" cy="33070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356481" y="4779517"/>
              <a:ext cx="252984" cy="33070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482972" y="4779517"/>
              <a:ext cx="128015" cy="33070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546981" y="4779517"/>
              <a:ext cx="252984" cy="33070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673472" y="4779517"/>
              <a:ext cx="457200" cy="33070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902072" y="4779517"/>
              <a:ext cx="457200" cy="33070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70227" y="5190997"/>
              <a:ext cx="285750" cy="33070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413127" y="5190997"/>
              <a:ext cx="2548508" cy="33070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729861" y="5190997"/>
              <a:ext cx="179832" cy="33070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819776" y="5190997"/>
              <a:ext cx="252984" cy="33070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946269" y="5190997"/>
              <a:ext cx="320039" cy="33070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106288" y="5190997"/>
              <a:ext cx="694943" cy="33070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569584" y="5190997"/>
              <a:ext cx="186537" cy="330707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662930" y="5190997"/>
              <a:ext cx="694944" cy="33070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126226" y="5190997"/>
              <a:ext cx="463296" cy="33070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357874" y="5190997"/>
              <a:ext cx="692657" cy="33070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819645" y="5190997"/>
              <a:ext cx="463296" cy="330707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051294" y="5190997"/>
              <a:ext cx="463296" cy="33070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282941" y="5190997"/>
              <a:ext cx="3240404" cy="330707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413127" y="5602223"/>
              <a:ext cx="914400" cy="33101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098927" y="5602223"/>
              <a:ext cx="457200" cy="33101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327527" y="5602223"/>
              <a:ext cx="379933" cy="33101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580765" y="5602223"/>
              <a:ext cx="457200" cy="33101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70227" y="6014313"/>
              <a:ext cx="285750" cy="33070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413127" y="6014313"/>
              <a:ext cx="3886835" cy="33070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071362" y="6014313"/>
              <a:ext cx="685799" cy="330708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350263" y="3296411"/>
              <a:ext cx="9394190" cy="0"/>
            </a:xfrm>
            <a:custGeom>
              <a:avLst/>
              <a:gdLst/>
              <a:ahLst/>
              <a:cxnLst/>
              <a:rect l="l" t="t" r="r" b="b"/>
              <a:pathLst>
                <a:path w="9394190">
                  <a:moveTo>
                    <a:pt x="9393936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BBD8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61669" y="813561"/>
              <a:ext cx="2476880" cy="661415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66" name="object 66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8" name="图片 67" descr="3dafb82b1112f9e98a9073fd600124b0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385570" y="1513840"/>
            <a:ext cx="9443085" cy="514223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94098" y="1461516"/>
            <a:ext cx="4225290" cy="410209"/>
            <a:chOff x="4094098" y="1461516"/>
            <a:chExt cx="4225290" cy="410209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94098" y="1461516"/>
              <a:ext cx="1056131" cy="4099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98186" y="1461516"/>
              <a:ext cx="1408557" cy="4099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4572" y="1461516"/>
              <a:ext cx="2464688" cy="40995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1669" y="813561"/>
            <a:ext cx="2476880" cy="66141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8" name="object 8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2551176" y="2167127"/>
            <a:ext cx="7303134" cy="4290060"/>
            <a:chOff x="2551176" y="2167127"/>
            <a:chExt cx="7303134" cy="429006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51176" y="2167127"/>
              <a:ext cx="7303008" cy="429006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387334" y="2228849"/>
              <a:ext cx="1405255" cy="4166870"/>
            </a:xfrm>
            <a:custGeom>
              <a:avLst/>
              <a:gdLst/>
              <a:ahLst/>
              <a:cxnLst/>
              <a:rect l="l" t="t" r="r" b="b"/>
              <a:pathLst>
                <a:path w="1405254" h="4166870">
                  <a:moveTo>
                    <a:pt x="0" y="4166616"/>
                  </a:moveTo>
                  <a:lnTo>
                    <a:pt x="1405127" y="4166616"/>
                  </a:lnTo>
                  <a:lnTo>
                    <a:pt x="1405127" y="0"/>
                  </a:lnTo>
                  <a:lnTo>
                    <a:pt x="0" y="0"/>
                  </a:lnTo>
                  <a:lnTo>
                    <a:pt x="0" y="4166616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4768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718182" y="1530096"/>
            <a:ext cx="8649970" cy="775970"/>
            <a:chOff x="1718182" y="1530096"/>
            <a:chExt cx="8649970" cy="7759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8182" y="1530096"/>
              <a:ext cx="3168776" cy="4099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4788" y="1530096"/>
              <a:ext cx="414527" cy="4099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42052" y="1530096"/>
              <a:ext cx="701649" cy="4099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92954" y="1530096"/>
              <a:ext cx="704088" cy="4099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44998" y="1530096"/>
              <a:ext cx="4922647" cy="4099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85110" y="1895856"/>
              <a:ext cx="3521075" cy="4099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54142" y="1895856"/>
              <a:ext cx="414527" cy="4099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61405" y="1895856"/>
              <a:ext cx="2461132" cy="409956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64563" y="2506979"/>
            <a:ext cx="9165336" cy="396697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588764" y="3017266"/>
            <a:ext cx="5487162" cy="132308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038855" y="2938272"/>
            <a:ext cx="6264275" cy="1905"/>
          </a:xfrm>
          <a:custGeom>
            <a:avLst/>
            <a:gdLst/>
            <a:ahLst/>
            <a:cxnLst/>
            <a:rect l="l" t="t" r="r" b="b"/>
            <a:pathLst>
              <a:path w="6264275" h="1905">
                <a:moveTo>
                  <a:pt x="0" y="0"/>
                </a:moveTo>
                <a:lnTo>
                  <a:pt x="6264275" y="1650"/>
                </a:lnTo>
              </a:path>
            </a:pathLst>
          </a:custGeom>
          <a:ln w="9144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38855" y="4524755"/>
            <a:ext cx="6264275" cy="3175"/>
          </a:xfrm>
          <a:custGeom>
            <a:avLst/>
            <a:gdLst/>
            <a:ahLst/>
            <a:cxnLst/>
            <a:rect l="l" t="t" r="r" b="b"/>
            <a:pathLst>
              <a:path w="6264275" h="3175">
                <a:moveTo>
                  <a:pt x="0" y="0"/>
                </a:moveTo>
                <a:lnTo>
                  <a:pt x="6264275" y="3175"/>
                </a:lnTo>
              </a:path>
            </a:pathLst>
          </a:custGeom>
          <a:ln w="9144">
            <a:solidFill>
              <a:srgbClr val="EBBD8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38855" y="3046476"/>
            <a:ext cx="1190625" cy="1391920"/>
          </a:xfrm>
          <a:custGeom>
            <a:avLst/>
            <a:gdLst/>
            <a:ahLst/>
            <a:cxnLst/>
            <a:rect l="l" t="t" r="r" b="b"/>
            <a:pathLst>
              <a:path w="1190625" h="1391920">
                <a:moveTo>
                  <a:pt x="2412" y="240029"/>
                </a:moveTo>
                <a:lnTo>
                  <a:pt x="0" y="240029"/>
                </a:lnTo>
                <a:lnTo>
                  <a:pt x="0" y="1391412"/>
                </a:lnTo>
                <a:lnTo>
                  <a:pt x="1186688" y="1391412"/>
                </a:lnTo>
                <a:lnTo>
                  <a:pt x="1186688" y="371983"/>
                </a:lnTo>
                <a:lnTo>
                  <a:pt x="2412" y="371983"/>
                </a:lnTo>
                <a:lnTo>
                  <a:pt x="2412" y="240029"/>
                </a:lnTo>
                <a:close/>
              </a:path>
              <a:path w="1190625" h="1391920">
                <a:moveTo>
                  <a:pt x="287401" y="240029"/>
                </a:moveTo>
                <a:lnTo>
                  <a:pt x="128777" y="240029"/>
                </a:lnTo>
                <a:lnTo>
                  <a:pt x="128777" y="371983"/>
                </a:lnTo>
                <a:lnTo>
                  <a:pt x="264541" y="371983"/>
                </a:lnTo>
                <a:lnTo>
                  <a:pt x="287401" y="240029"/>
                </a:lnTo>
                <a:close/>
              </a:path>
              <a:path w="1190625" h="1391920">
                <a:moveTo>
                  <a:pt x="447802" y="305181"/>
                </a:moveTo>
                <a:lnTo>
                  <a:pt x="402717" y="305181"/>
                </a:lnTo>
                <a:lnTo>
                  <a:pt x="395096" y="371983"/>
                </a:lnTo>
                <a:lnTo>
                  <a:pt x="454659" y="371983"/>
                </a:lnTo>
                <a:lnTo>
                  <a:pt x="447802" y="305181"/>
                </a:lnTo>
                <a:close/>
              </a:path>
              <a:path w="1190625" h="1391920">
                <a:moveTo>
                  <a:pt x="604393" y="240029"/>
                </a:moveTo>
                <a:lnTo>
                  <a:pt x="558038" y="240029"/>
                </a:lnTo>
                <a:lnTo>
                  <a:pt x="583565" y="371983"/>
                </a:lnTo>
                <a:lnTo>
                  <a:pt x="604393" y="371983"/>
                </a:lnTo>
                <a:lnTo>
                  <a:pt x="604393" y="240029"/>
                </a:lnTo>
                <a:close/>
              </a:path>
              <a:path w="1190625" h="1391920">
                <a:moveTo>
                  <a:pt x="768477" y="240029"/>
                </a:moveTo>
                <a:lnTo>
                  <a:pt x="730631" y="240029"/>
                </a:lnTo>
                <a:lnTo>
                  <a:pt x="730631" y="371983"/>
                </a:lnTo>
                <a:lnTo>
                  <a:pt x="768984" y="371983"/>
                </a:lnTo>
                <a:lnTo>
                  <a:pt x="768984" y="248412"/>
                </a:lnTo>
                <a:lnTo>
                  <a:pt x="768477" y="240029"/>
                </a:lnTo>
                <a:close/>
              </a:path>
              <a:path w="1190625" h="1391920">
                <a:moveTo>
                  <a:pt x="989076" y="240029"/>
                </a:moveTo>
                <a:lnTo>
                  <a:pt x="885444" y="240029"/>
                </a:lnTo>
                <a:lnTo>
                  <a:pt x="886206" y="273938"/>
                </a:lnTo>
                <a:lnTo>
                  <a:pt x="886206" y="371983"/>
                </a:lnTo>
                <a:lnTo>
                  <a:pt x="989076" y="371983"/>
                </a:lnTo>
                <a:lnTo>
                  <a:pt x="989076" y="240029"/>
                </a:lnTo>
                <a:close/>
              </a:path>
              <a:path w="1190625" h="1391920">
                <a:moveTo>
                  <a:pt x="1186688" y="240029"/>
                </a:moveTo>
                <a:lnTo>
                  <a:pt x="1115314" y="240029"/>
                </a:lnTo>
                <a:lnTo>
                  <a:pt x="1115314" y="371983"/>
                </a:lnTo>
                <a:lnTo>
                  <a:pt x="1186688" y="371983"/>
                </a:lnTo>
                <a:lnTo>
                  <a:pt x="1186688" y="240029"/>
                </a:lnTo>
                <a:close/>
              </a:path>
              <a:path w="1190625" h="1391920">
                <a:moveTo>
                  <a:pt x="129667" y="0"/>
                </a:moveTo>
                <a:lnTo>
                  <a:pt x="2412" y="0"/>
                </a:lnTo>
                <a:lnTo>
                  <a:pt x="2412" y="240029"/>
                </a:lnTo>
                <a:lnTo>
                  <a:pt x="128777" y="240029"/>
                </a:lnTo>
                <a:lnTo>
                  <a:pt x="128777" y="222250"/>
                </a:lnTo>
                <a:lnTo>
                  <a:pt x="162560" y="222250"/>
                </a:lnTo>
                <a:lnTo>
                  <a:pt x="215852" y="217320"/>
                </a:lnTo>
                <a:lnTo>
                  <a:pt x="251266" y="202836"/>
                </a:lnTo>
                <a:lnTo>
                  <a:pt x="272065" y="167306"/>
                </a:lnTo>
                <a:lnTo>
                  <a:pt x="273159" y="158623"/>
                </a:lnTo>
                <a:lnTo>
                  <a:pt x="134111" y="158623"/>
                </a:lnTo>
                <a:lnTo>
                  <a:pt x="128777" y="158241"/>
                </a:lnTo>
                <a:lnTo>
                  <a:pt x="128777" y="63626"/>
                </a:lnTo>
                <a:lnTo>
                  <a:pt x="271880" y="63626"/>
                </a:lnTo>
                <a:lnTo>
                  <a:pt x="271660" y="61956"/>
                </a:lnTo>
                <a:lnTo>
                  <a:pt x="250570" y="24129"/>
                </a:lnTo>
                <a:lnTo>
                  <a:pt x="208914" y="6223"/>
                </a:lnTo>
                <a:lnTo>
                  <a:pt x="153925" y="400"/>
                </a:lnTo>
                <a:lnTo>
                  <a:pt x="129667" y="0"/>
                </a:lnTo>
                <a:close/>
              </a:path>
              <a:path w="1190625" h="1391920">
                <a:moveTo>
                  <a:pt x="511429" y="0"/>
                </a:moveTo>
                <a:lnTo>
                  <a:pt x="328930" y="0"/>
                </a:lnTo>
                <a:lnTo>
                  <a:pt x="287401" y="240029"/>
                </a:lnTo>
                <a:lnTo>
                  <a:pt x="558038" y="240029"/>
                </a:lnTo>
                <a:lnTo>
                  <a:pt x="557865" y="239140"/>
                </a:lnTo>
                <a:lnTo>
                  <a:pt x="401066" y="239140"/>
                </a:lnTo>
                <a:lnTo>
                  <a:pt x="404391" y="211327"/>
                </a:lnTo>
                <a:lnTo>
                  <a:pt x="409586" y="175662"/>
                </a:lnTo>
                <a:lnTo>
                  <a:pt x="416585" y="132770"/>
                </a:lnTo>
                <a:lnTo>
                  <a:pt x="425322" y="82931"/>
                </a:lnTo>
                <a:lnTo>
                  <a:pt x="527532" y="82931"/>
                </a:lnTo>
                <a:lnTo>
                  <a:pt x="511506" y="400"/>
                </a:lnTo>
                <a:lnTo>
                  <a:pt x="511429" y="0"/>
                </a:lnTo>
                <a:close/>
              </a:path>
              <a:path w="1190625" h="1391920">
                <a:moveTo>
                  <a:pt x="693673" y="0"/>
                </a:moveTo>
                <a:lnTo>
                  <a:pt x="604393" y="0"/>
                </a:lnTo>
                <a:lnTo>
                  <a:pt x="604393" y="240029"/>
                </a:lnTo>
                <a:lnTo>
                  <a:pt x="730631" y="240029"/>
                </a:lnTo>
                <a:lnTo>
                  <a:pt x="730631" y="204215"/>
                </a:lnTo>
                <a:lnTo>
                  <a:pt x="874007" y="204215"/>
                </a:lnTo>
                <a:lnTo>
                  <a:pt x="833828" y="181742"/>
                </a:lnTo>
                <a:lnTo>
                  <a:pt x="816609" y="177926"/>
                </a:lnTo>
                <a:lnTo>
                  <a:pt x="835642" y="175662"/>
                </a:lnTo>
                <a:lnTo>
                  <a:pt x="872235" y="159893"/>
                </a:lnTo>
                <a:lnTo>
                  <a:pt x="879771" y="146431"/>
                </a:lnTo>
                <a:lnTo>
                  <a:pt x="730631" y="146431"/>
                </a:lnTo>
                <a:lnTo>
                  <a:pt x="730631" y="63626"/>
                </a:lnTo>
                <a:lnTo>
                  <a:pt x="881861" y="63626"/>
                </a:lnTo>
                <a:lnTo>
                  <a:pt x="881237" y="60452"/>
                </a:lnTo>
                <a:lnTo>
                  <a:pt x="855602" y="22479"/>
                </a:lnTo>
                <a:lnTo>
                  <a:pt x="814705" y="5334"/>
                </a:lnTo>
                <a:lnTo>
                  <a:pt x="768667" y="1333"/>
                </a:lnTo>
                <a:lnTo>
                  <a:pt x="737086" y="400"/>
                </a:lnTo>
                <a:lnTo>
                  <a:pt x="743125" y="400"/>
                </a:lnTo>
                <a:lnTo>
                  <a:pt x="693673" y="0"/>
                </a:lnTo>
                <a:close/>
              </a:path>
              <a:path w="1190625" h="1391920">
                <a:moveTo>
                  <a:pt x="874007" y="204215"/>
                </a:moveTo>
                <a:lnTo>
                  <a:pt x="730631" y="204215"/>
                </a:lnTo>
                <a:lnTo>
                  <a:pt x="742422" y="204666"/>
                </a:lnTo>
                <a:lnTo>
                  <a:pt x="751713" y="206009"/>
                </a:lnTo>
                <a:lnTo>
                  <a:pt x="768420" y="239140"/>
                </a:lnTo>
                <a:lnTo>
                  <a:pt x="768477" y="240029"/>
                </a:lnTo>
                <a:lnTo>
                  <a:pt x="885444" y="240029"/>
                </a:lnTo>
                <a:lnTo>
                  <a:pt x="885444" y="237616"/>
                </a:lnTo>
                <a:lnTo>
                  <a:pt x="877474" y="208422"/>
                </a:lnTo>
                <a:lnTo>
                  <a:pt x="874007" y="204215"/>
                </a:lnTo>
                <a:close/>
              </a:path>
              <a:path w="1190625" h="1391920">
                <a:moveTo>
                  <a:pt x="1115314" y="74422"/>
                </a:moveTo>
                <a:lnTo>
                  <a:pt x="989076" y="74422"/>
                </a:lnTo>
                <a:lnTo>
                  <a:pt x="989076" y="240029"/>
                </a:lnTo>
                <a:lnTo>
                  <a:pt x="1115314" y="240029"/>
                </a:lnTo>
                <a:lnTo>
                  <a:pt x="1115314" y="74422"/>
                </a:lnTo>
                <a:close/>
              </a:path>
              <a:path w="1190625" h="1391920">
                <a:moveTo>
                  <a:pt x="527532" y="82931"/>
                </a:moveTo>
                <a:lnTo>
                  <a:pt x="425322" y="82931"/>
                </a:lnTo>
                <a:lnTo>
                  <a:pt x="430105" y="127573"/>
                </a:lnTo>
                <a:lnTo>
                  <a:pt x="434911" y="168513"/>
                </a:lnTo>
                <a:lnTo>
                  <a:pt x="439717" y="205714"/>
                </a:lnTo>
                <a:lnTo>
                  <a:pt x="444499" y="239140"/>
                </a:lnTo>
                <a:lnTo>
                  <a:pt x="557865" y="239140"/>
                </a:lnTo>
                <a:lnTo>
                  <a:pt x="527532" y="82931"/>
                </a:lnTo>
                <a:close/>
              </a:path>
              <a:path w="1190625" h="1391920">
                <a:moveTo>
                  <a:pt x="271880" y="63626"/>
                </a:moveTo>
                <a:lnTo>
                  <a:pt x="128777" y="63626"/>
                </a:lnTo>
                <a:lnTo>
                  <a:pt x="140017" y="63984"/>
                </a:lnTo>
                <a:lnTo>
                  <a:pt x="149161" y="65055"/>
                </a:lnTo>
                <a:lnTo>
                  <a:pt x="168910" y="94234"/>
                </a:lnTo>
                <a:lnTo>
                  <a:pt x="168910" y="124713"/>
                </a:lnTo>
                <a:lnTo>
                  <a:pt x="168564" y="132413"/>
                </a:lnTo>
                <a:lnTo>
                  <a:pt x="168483" y="134213"/>
                </a:lnTo>
                <a:lnTo>
                  <a:pt x="149606" y="158623"/>
                </a:lnTo>
                <a:lnTo>
                  <a:pt x="273159" y="158623"/>
                </a:lnTo>
                <a:lnTo>
                  <a:pt x="273851" y="153124"/>
                </a:lnTo>
                <a:lnTo>
                  <a:pt x="273940" y="150659"/>
                </a:lnTo>
                <a:lnTo>
                  <a:pt x="274039" y="147877"/>
                </a:lnTo>
                <a:lnTo>
                  <a:pt x="274132" y="145288"/>
                </a:lnTo>
                <a:lnTo>
                  <a:pt x="274252" y="141938"/>
                </a:lnTo>
                <a:lnTo>
                  <a:pt x="274379" y="138404"/>
                </a:lnTo>
                <a:lnTo>
                  <a:pt x="274398" y="101600"/>
                </a:lnTo>
                <a:lnTo>
                  <a:pt x="271927" y="63984"/>
                </a:lnTo>
                <a:lnTo>
                  <a:pt x="271880" y="63626"/>
                </a:lnTo>
                <a:close/>
              </a:path>
              <a:path w="1190625" h="1391920">
                <a:moveTo>
                  <a:pt x="881861" y="63626"/>
                </a:moveTo>
                <a:lnTo>
                  <a:pt x="730631" y="63626"/>
                </a:lnTo>
                <a:lnTo>
                  <a:pt x="740689" y="63984"/>
                </a:lnTo>
                <a:lnTo>
                  <a:pt x="749122" y="65055"/>
                </a:lnTo>
                <a:lnTo>
                  <a:pt x="755868" y="66841"/>
                </a:lnTo>
                <a:lnTo>
                  <a:pt x="760925" y="69341"/>
                </a:lnTo>
                <a:lnTo>
                  <a:pt x="766191" y="72771"/>
                </a:lnTo>
                <a:lnTo>
                  <a:pt x="768984" y="80645"/>
                </a:lnTo>
                <a:lnTo>
                  <a:pt x="768984" y="112775"/>
                </a:lnTo>
                <a:lnTo>
                  <a:pt x="768557" y="121477"/>
                </a:lnTo>
                <a:lnTo>
                  <a:pt x="768439" y="123874"/>
                </a:lnTo>
                <a:lnTo>
                  <a:pt x="730631" y="146431"/>
                </a:lnTo>
                <a:lnTo>
                  <a:pt x="879771" y="146431"/>
                </a:lnTo>
                <a:lnTo>
                  <a:pt x="882697" y="137842"/>
                </a:lnTo>
                <a:lnTo>
                  <a:pt x="885326" y="121477"/>
                </a:lnTo>
                <a:lnTo>
                  <a:pt x="886093" y="104139"/>
                </a:lnTo>
                <a:lnTo>
                  <a:pt x="886206" y="101600"/>
                </a:lnTo>
                <a:lnTo>
                  <a:pt x="885034" y="80645"/>
                </a:lnTo>
                <a:lnTo>
                  <a:pt x="884965" y="79406"/>
                </a:lnTo>
                <a:lnTo>
                  <a:pt x="881931" y="63984"/>
                </a:lnTo>
                <a:lnTo>
                  <a:pt x="881861" y="63626"/>
                </a:lnTo>
                <a:close/>
              </a:path>
              <a:path w="1190625" h="1391920">
                <a:moveTo>
                  <a:pt x="1190244" y="0"/>
                </a:moveTo>
                <a:lnTo>
                  <a:pt x="914399" y="0"/>
                </a:lnTo>
                <a:lnTo>
                  <a:pt x="914399" y="74422"/>
                </a:lnTo>
                <a:lnTo>
                  <a:pt x="1190244" y="74422"/>
                </a:lnTo>
                <a:lnTo>
                  <a:pt x="1190244" y="0"/>
                </a:lnTo>
                <a:close/>
              </a:path>
            </a:pathLst>
          </a:custGeom>
          <a:solidFill>
            <a:srgbClr val="EBBD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47822" y="3371799"/>
            <a:ext cx="97536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25" dirty="0">
                <a:solidFill>
                  <a:srgbClr val="FFFFFF"/>
                </a:solidFill>
                <a:latin typeface="Impact" panose="020B0806030902050204"/>
                <a:cs typeface="Impact" panose="020B0806030902050204"/>
              </a:rPr>
              <a:t>04</a:t>
            </a:r>
            <a:endParaRPr sz="720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9721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296924" y="3305555"/>
            <a:ext cx="9394190" cy="0"/>
          </a:xfrm>
          <a:custGeom>
            <a:avLst/>
            <a:gdLst/>
            <a:ahLst/>
            <a:cxnLst/>
            <a:rect l="l" t="t" r="r" b="b"/>
            <a:pathLst>
              <a:path w="9394190">
                <a:moveTo>
                  <a:pt x="9393936" y="0"/>
                </a:moveTo>
                <a:lnTo>
                  <a:pt x="0" y="0"/>
                </a:lnTo>
              </a:path>
            </a:pathLst>
          </a:custGeom>
          <a:ln w="6096">
            <a:solidFill>
              <a:srgbClr val="C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1271016" y="1787651"/>
            <a:ext cx="3192780" cy="563880"/>
            <a:chOff x="1271016" y="1787651"/>
            <a:chExt cx="3192780" cy="563880"/>
          </a:xfrm>
        </p:grpSpPr>
        <p:sp>
          <p:nvSpPr>
            <p:cNvPr id="8" name="object 8"/>
            <p:cNvSpPr/>
            <p:nvPr/>
          </p:nvSpPr>
          <p:spPr>
            <a:xfrm>
              <a:off x="1271016" y="1787651"/>
              <a:ext cx="3192780" cy="563880"/>
            </a:xfrm>
            <a:custGeom>
              <a:avLst/>
              <a:gdLst/>
              <a:ahLst/>
              <a:cxnLst/>
              <a:rect l="l" t="t" r="r" b="b"/>
              <a:pathLst>
                <a:path w="3192779" h="563880">
                  <a:moveTo>
                    <a:pt x="72643" y="563626"/>
                  </a:moveTo>
                  <a:lnTo>
                    <a:pt x="0" y="563626"/>
                  </a:lnTo>
                  <a:lnTo>
                    <a:pt x="0" y="563880"/>
                  </a:lnTo>
                  <a:lnTo>
                    <a:pt x="72517" y="563880"/>
                  </a:lnTo>
                  <a:lnTo>
                    <a:pt x="72643" y="563626"/>
                  </a:lnTo>
                  <a:close/>
                </a:path>
                <a:path w="3192779" h="563880">
                  <a:moveTo>
                    <a:pt x="3052826" y="563626"/>
                  </a:moveTo>
                  <a:lnTo>
                    <a:pt x="2980309" y="563626"/>
                  </a:lnTo>
                  <a:lnTo>
                    <a:pt x="2980309" y="563880"/>
                  </a:lnTo>
                  <a:lnTo>
                    <a:pt x="3052826" y="563880"/>
                  </a:lnTo>
                  <a:lnTo>
                    <a:pt x="3052826" y="563626"/>
                  </a:lnTo>
                  <a:close/>
                </a:path>
                <a:path w="3192779" h="563880">
                  <a:moveTo>
                    <a:pt x="139953" y="253"/>
                  </a:moveTo>
                  <a:lnTo>
                    <a:pt x="0" y="253"/>
                  </a:lnTo>
                  <a:lnTo>
                    <a:pt x="0" y="563626"/>
                  </a:lnTo>
                  <a:lnTo>
                    <a:pt x="139953" y="253"/>
                  </a:lnTo>
                  <a:close/>
                </a:path>
                <a:path w="3192779" h="563880">
                  <a:moveTo>
                    <a:pt x="3120136" y="253"/>
                  </a:moveTo>
                  <a:lnTo>
                    <a:pt x="212471" y="253"/>
                  </a:lnTo>
                  <a:lnTo>
                    <a:pt x="72643" y="563626"/>
                  </a:lnTo>
                  <a:lnTo>
                    <a:pt x="2980309" y="563626"/>
                  </a:lnTo>
                  <a:lnTo>
                    <a:pt x="3120136" y="253"/>
                  </a:lnTo>
                  <a:close/>
                </a:path>
                <a:path w="3192779" h="563880">
                  <a:moveTo>
                    <a:pt x="3192780" y="253"/>
                  </a:moveTo>
                  <a:lnTo>
                    <a:pt x="3052826" y="563626"/>
                  </a:lnTo>
                  <a:lnTo>
                    <a:pt x="3192780" y="563626"/>
                  </a:lnTo>
                  <a:lnTo>
                    <a:pt x="3192780" y="253"/>
                  </a:lnTo>
                  <a:close/>
                </a:path>
                <a:path w="3192779" h="563880">
                  <a:moveTo>
                    <a:pt x="212471" y="0"/>
                  </a:moveTo>
                  <a:lnTo>
                    <a:pt x="139953" y="0"/>
                  </a:lnTo>
                  <a:lnTo>
                    <a:pt x="139953" y="253"/>
                  </a:lnTo>
                  <a:lnTo>
                    <a:pt x="212471" y="253"/>
                  </a:lnTo>
                  <a:lnTo>
                    <a:pt x="212471" y="0"/>
                  </a:lnTo>
                  <a:close/>
                </a:path>
                <a:path w="3192779" h="563880">
                  <a:moveTo>
                    <a:pt x="3192780" y="0"/>
                  </a:moveTo>
                  <a:lnTo>
                    <a:pt x="3120263" y="0"/>
                  </a:lnTo>
                  <a:lnTo>
                    <a:pt x="3120136" y="253"/>
                  </a:lnTo>
                  <a:lnTo>
                    <a:pt x="3192780" y="253"/>
                  </a:lnTo>
                  <a:lnTo>
                    <a:pt x="3192780" y="0"/>
                  </a:lnTo>
                  <a:close/>
                </a:path>
              </a:pathLst>
            </a:custGeom>
            <a:solidFill>
              <a:srgbClr val="EBBD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9676" y="1788540"/>
              <a:ext cx="2130932" cy="513588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1507236" y="2456688"/>
            <a:ext cx="2566670" cy="769620"/>
          </a:xfrm>
          <a:custGeom>
            <a:avLst/>
            <a:gdLst/>
            <a:ahLst/>
            <a:cxnLst/>
            <a:rect l="l" t="t" r="r" b="b"/>
            <a:pathLst>
              <a:path w="2566670" h="769619">
                <a:moveTo>
                  <a:pt x="2566416" y="0"/>
                </a:moveTo>
                <a:lnTo>
                  <a:pt x="0" y="0"/>
                </a:lnTo>
                <a:lnTo>
                  <a:pt x="0" y="769620"/>
                </a:lnTo>
                <a:lnTo>
                  <a:pt x="2566416" y="769620"/>
                </a:lnTo>
                <a:lnTo>
                  <a:pt x="2566416" y="0"/>
                </a:lnTo>
                <a:close/>
              </a:path>
            </a:pathLst>
          </a:custGeom>
          <a:solidFill>
            <a:srgbClr val="0E1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72539" y="2348483"/>
            <a:ext cx="9443085" cy="4221480"/>
          </a:xfrm>
          <a:prstGeom prst="rect">
            <a:avLst/>
          </a:prstGeom>
          <a:ln w="12192">
            <a:solidFill>
              <a:srgbClr val="EBBD8D"/>
            </a:solidFill>
          </a:ln>
        </p:spPr>
        <p:txBody>
          <a:bodyPr vert="horz" wrap="square" lIns="0" tIns="141605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1115"/>
              </a:spcBef>
            </a:pPr>
            <a:r>
              <a:rPr sz="4400" spc="-10" dirty="0">
                <a:solidFill>
                  <a:srgbClr val="FFFFFF"/>
                </a:solidFill>
                <a:latin typeface="Impact" panose="020B0806030902050204"/>
                <a:cs typeface="Impact" panose="020B0806030902050204"/>
              </a:rPr>
              <a:t>Question</a:t>
            </a:r>
            <a:r>
              <a:rPr sz="4400" spc="-10" dirty="0">
                <a:solidFill>
                  <a:srgbClr val="FFFFFF"/>
                </a:solidFill>
                <a:latin typeface="微软雅黑"/>
                <a:cs typeface="微软雅黑"/>
              </a:rPr>
              <a:t>：</a:t>
            </a:r>
            <a:endParaRPr sz="4400">
              <a:latin typeface="微软雅黑"/>
              <a:cs typeface="微软雅黑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7440" y="2569717"/>
            <a:ext cx="4069461" cy="58826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388110" y="3391484"/>
            <a:ext cx="9304020" cy="410845"/>
            <a:chOff x="1388110" y="3391484"/>
            <a:chExt cx="9304020" cy="41084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8110" y="3391484"/>
              <a:ext cx="316991" cy="4102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6606" y="3391484"/>
              <a:ext cx="1219200" cy="4102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61006" y="3391484"/>
              <a:ext cx="8230870" cy="410260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388110" y="3977385"/>
            <a:ext cx="9145270" cy="410209"/>
            <a:chOff x="1388110" y="3977385"/>
            <a:chExt cx="9145270" cy="410209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8110" y="3977385"/>
              <a:ext cx="2133600" cy="4099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16910" y="3977385"/>
              <a:ext cx="1219606" cy="4099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31564" y="3977385"/>
              <a:ext cx="4267835" cy="40995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94599" y="3977385"/>
              <a:ext cx="914400" cy="4099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04199" y="3977385"/>
              <a:ext cx="1829180" cy="409956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1388110" y="4562297"/>
            <a:ext cx="8840470" cy="410845"/>
            <a:chOff x="1388110" y="4562297"/>
            <a:chExt cx="8840470" cy="410845"/>
          </a:xfrm>
        </p:grpSpPr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88110" y="4562297"/>
              <a:ext cx="8535289" cy="4102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18599" y="4562297"/>
              <a:ext cx="609600" cy="410260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1388110" y="5733288"/>
            <a:ext cx="7666990" cy="410209"/>
            <a:chOff x="1388110" y="5733288"/>
            <a:chExt cx="7666990" cy="410209"/>
          </a:xfrm>
        </p:grpSpPr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88110" y="5733288"/>
              <a:ext cx="335279" cy="40995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55750" y="5733288"/>
              <a:ext cx="624839" cy="40995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68170" y="5733288"/>
              <a:ext cx="6249034" cy="4099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04657" y="5733288"/>
              <a:ext cx="1250086" cy="4099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9721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571244" y="1664207"/>
            <a:ext cx="9646920" cy="4697095"/>
            <a:chOff x="1571244" y="1664207"/>
            <a:chExt cx="9646920" cy="46970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1244" y="1664207"/>
              <a:ext cx="9646919" cy="469696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946654" y="3070098"/>
              <a:ext cx="1914525" cy="358140"/>
            </a:xfrm>
            <a:custGeom>
              <a:avLst/>
              <a:gdLst/>
              <a:ahLst/>
              <a:cxnLst/>
              <a:rect l="l" t="t" r="r" b="b"/>
              <a:pathLst>
                <a:path w="1914525" h="358139">
                  <a:moveTo>
                    <a:pt x="0" y="358139"/>
                  </a:moveTo>
                  <a:lnTo>
                    <a:pt x="1914144" y="358139"/>
                  </a:lnTo>
                  <a:lnTo>
                    <a:pt x="1914144" y="0"/>
                  </a:lnTo>
                  <a:lnTo>
                    <a:pt x="0" y="0"/>
                  </a:lnTo>
                  <a:lnTo>
                    <a:pt x="0" y="358139"/>
                  </a:lnTo>
                  <a:close/>
                </a:path>
              </a:pathLst>
            </a:custGeom>
            <a:ln w="38100">
              <a:solidFill>
                <a:srgbClr val="57B6E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355342" y="3138678"/>
              <a:ext cx="570230" cy="114300"/>
            </a:xfrm>
            <a:custGeom>
              <a:avLst/>
              <a:gdLst/>
              <a:ahLst/>
              <a:cxnLst/>
              <a:rect l="l" t="t" r="r" b="b"/>
              <a:pathLst>
                <a:path w="570230" h="114300">
                  <a:moveTo>
                    <a:pt x="114681" y="0"/>
                  </a:moveTo>
                  <a:lnTo>
                    <a:pt x="0" y="56387"/>
                  </a:lnTo>
                  <a:lnTo>
                    <a:pt x="113918" y="114300"/>
                  </a:lnTo>
                  <a:lnTo>
                    <a:pt x="114152" y="79248"/>
                  </a:lnTo>
                  <a:lnTo>
                    <a:pt x="114172" y="76200"/>
                  </a:lnTo>
                  <a:lnTo>
                    <a:pt x="95122" y="76073"/>
                  </a:lnTo>
                  <a:lnTo>
                    <a:pt x="95254" y="56387"/>
                  </a:lnTo>
                  <a:lnTo>
                    <a:pt x="95376" y="37973"/>
                  </a:lnTo>
                  <a:lnTo>
                    <a:pt x="114427" y="37973"/>
                  </a:lnTo>
                  <a:lnTo>
                    <a:pt x="114681" y="0"/>
                  </a:lnTo>
                  <a:close/>
                </a:path>
                <a:path w="570230" h="114300">
                  <a:moveTo>
                    <a:pt x="114426" y="38100"/>
                  </a:moveTo>
                  <a:lnTo>
                    <a:pt x="114173" y="76073"/>
                  </a:lnTo>
                  <a:lnTo>
                    <a:pt x="114172" y="76200"/>
                  </a:lnTo>
                  <a:lnTo>
                    <a:pt x="569594" y="79248"/>
                  </a:lnTo>
                  <a:lnTo>
                    <a:pt x="569747" y="56387"/>
                  </a:lnTo>
                  <a:lnTo>
                    <a:pt x="569849" y="41148"/>
                  </a:lnTo>
                  <a:lnTo>
                    <a:pt x="114426" y="38100"/>
                  </a:lnTo>
                  <a:close/>
                </a:path>
                <a:path w="570230" h="114300">
                  <a:moveTo>
                    <a:pt x="95376" y="37973"/>
                  </a:moveTo>
                  <a:lnTo>
                    <a:pt x="95122" y="76073"/>
                  </a:lnTo>
                  <a:lnTo>
                    <a:pt x="114172" y="76200"/>
                  </a:lnTo>
                  <a:lnTo>
                    <a:pt x="114305" y="56387"/>
                  </a:lnTo>
                  <a:lnTo>
                    <a:pt x="114426" y="38100"/>
                  </a:lnTo>
                  <a:lnTo>
                    <a:pt x="95376" y="37973"/>
                  </a:lnTo>
                  <a:close/>
                </a:path>
                <a:path w="570230" h="114300">
                  <a:moveTo>
                    <a:pt x="114427" y="37973"/>
                  </a:moveTo>
                  <a:lnTo>
                    <a:pt x="95376" y="37973"/>
                  </a:lnTo>
                  <a:lnTo>
                    <a:pt x="114426" y="38100"/>
                  </a:lnTo>
                  <a:lnTo>
                    <a:pt x="114427" y="37973"/>
                  </a:lnTo>
                  <a:close/>
                </a:path>
              </a:pathLst>
            </a:custGeom>
            <a:solidFill>
              <a:srgbClr val="57B6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45008" y="2825495"/>
            <a:ext cx="1910080" cy="739140"/>
          </a:xfrm>
          <a:prstGeom prst="rect">
            <a:avLst/>
          </a:prstGeom>
          <a:solidFill>
            <a:srgbClr val="FFFFFF"/>
          </a:solidFill>
          <a:ln w="9144">
            <a:solidFill>
              <a:srgbClr val="57B6E4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91440" marR="100330">
              <a:lnSpc>
                <a:spcPct val="100000"/>
              </a:lnSpc>
              <a:spcBef>
                <a:spcPts val="310"/>
              </a:spcBef>
            </a:pPr>
            <a:r>
              <a:rPr sz="1400" dirty="0">
                <a:latin typeface="微软雅黑"/>
                <a:cs typeface="微软雅黑"/>
              </a:rPr>
              <a:t>供应商星级：每月</a:t>
            </a:r>
            <a:r>
              <a:rPr sz="1400" spc="-10" dirty="0">
                <a:latin typeface="微软雅黑"/>
                <a:cs typeface="微软雅黑"/>
              </a:rPr>
              <a:t>3</a:t>
            </a:r>
            <a:r>
              <a:rPr sz="1400" spc="-50" dirty="0">
                <a:latin typeface="微软雅黑"/>
                <a:cs typeface="微软雅黑"/>
              </a:rPr>
              <a:t>日</a:t>
            </a:r>
            <a:r>
              <a:rPr sz="1400" spc="-10" dirty="0">
                <a:latin typeface="微软雅黑"/>
                <a:cs typeface="微软雅黑"/>
              </a:rPr>
              <a:t>更新，该星级将会直接影响星级权益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53817" y="4593971"/>
            <a:ext cx="782955" cy="420370"/>
          </a:xfrm>
          <a:custGeom>
            <a:avLst/>
            <a:gdLst/>
            <a:ahLst/>
            <a:cxnLst/>
            <a:rect l="l" t="t" r="r" b="b"/>
            <a:pathLst>
              <a:path w="782955" h="420370">
                <a:moveTo>
                  <a:pt x="74930" y="316737"/>
                </a:moveTo>
                <a:lnTo>
                  <a:pt x="0" y="420242"/>
                </a:lnTo>
                <a:lnTo>
                  <a:pt x="127762" y="418083"/>
                </a:lnTo>
                <a:lnTo>
                  <a:pt x="114719" y="393064"/>
                </a:lnTo>
                <a:lnTo>
                  <a:pt x="93218" y="393064"/>
                </a:lnTo>
                <a:lnTo>
                  <a:pt x="75692" y="359282"/>
                </a:lnTo>
                <a:lnTo>
                  <a:pt x="92531" y="350503"/>
                </a:lnTo>
                <a:lnTo>
                  <a:pt x="74930" y="316737"/>
                </a:lnTo>
                <a:close/>
              </a:path>
              <a:path w="782955" h="420370">
                <a:moveTo>
                  <a:pt x="92531" y="350503"/>
                </a:moveTo>
                <a:lnTo>
                  <a:pt x="75692" y="359282"/>
                </a:lnTo>
                <a:lnTo>
                  <a:pt x="93218" y="393064"/>
                </a:lnTo>
                <a:lnTo>
                  <a:pt x="110125" y="384251"/>
                </a:lnTo>
                <a:lnTo>
                  <a:pt x="92531" y="350503"/>
                </a:lnTo>
                <a:close/>
              </a:path>
              <a:path w="782955" h="420370">
                <a:moveTo>
                  <a:pt x="110125" y="384251"/>
                </a:moveTo>
                <a:lnTo>
                  <a:pt x="93218" y="393064"/>
                </a:lnTo>
                <a:lnTo>
                  <a:pt x="114719" y="393064"/>
                </a:lnTo>
                <a:lnTo>
                  <a:pt x="110125" y="384251"/>
                </a:lnTo>
                <a:close/>
              </a:path>
              <a:path w="782955" h="420370">
                <a:moveTo>
                  <a:pt x="764794" y="0"/>
                </a:moveTo>
                <a:lnTo>
                  <a:pt x="92531" y="350503"/>
                </a:lnTo>
                <a:lnTo>
                  <a:pt x="110125" y="384251"/>
                </a:lnTo>
                <a:lnTo>
                  <a:pt x="782446" y="33781"/>
                </a:lnTo>
                <a:lnTo>
                  <a:pt x="764794" y="0"/>
                </a:lnTo>
                <a:close/>
              </a:path>
            </a:pathLst>
          </a:custGeom>
          <a:solidFill>
            <a:srgbClr val="57B6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45008" y="4806696"/>
            <a:ext cx="1908175" cy="523240"/>
          </a:xfrm>
          <a:prstGeom prst="rect">
            <a:avLst/>
          </a:prstGeom>
          <a:solidFill>
            <a:srgbClr val="FFFFFF"/>
          </a:solidFill>
          <a:ln w="9144">
            <a:solidFill>
              <a:srgbClr val="57B6E4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91440" marR="203200">
              <a:lnSpc>
                <a:spcPct val="100000"/>
              </a:lnSpc>
              <a:spcBef>
                <a:spcPts val="310"/>
              </a:spcBef>
            </a:pPr>
            <a:r>
              <a:rPr sz="1400" spc="-10" dirty="0">
                <a:latin typeface="微软雅黑"/>
                <a:cs typeface="微软雅黑"/>
              </a:rPr>
              <a:t>点击“立即提升”进入星级提升页面</a:t>
            </a:r>
            <a:endParaRPr sz="1400">
              <a:latin typeface="微软雅黑"/>
              <a:cs typeface="微软雅黑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07157" y="1959864"/>
            <a:ext cx="7233920" cy="2992120"/>
            <a:chOff x="2407157" y="1959864"/>
            <a:chExt cx="7233920" cy="2992120"/>
          </a:xfrm>
        </p:grpSpPr>
        <p:sp>
          <p:nvSpPr>
            <p:cNvPr id="14" name="object 14"/>
            <p:cNvSpPr/>
            <p:nvPr/>
          </p:nvSpPr>
          <p:spPr>
            <a:xfrm>
              <a:off x="2946653" y="3478530"/>
              <a:ext cx="1914525" cy="889000"/>
            </a:xfrm>
            <a:custGeom>
              <a:avLst/>
              <a:gdLst/>
              <a:ahLst/>
              <a:cxnLst/>
              <a:rect l="l" t="t" r="r" b="b"/>
              <a:pathLst>
                <a:path w="1914525" h="889000">
                  <a:moveTo>
                    <a:pt x="0" y="888491"/>
                  </a:moveTo>
                  <a:lnTo>
                    <a:pt x="1914144" y="888491"/>
                  </a:lnTo>
                  <a:lnTo>
                    <a:pt x="1914144" y="0"/>
                  </a:lnTo>
                  <a:lnTo>
                    <a:pt x="0" y="0"/>
                  </a:lnTo>
                  <a:lnTo>
                    <a:pt x="0" y="888491"/>
                  </a:lnTo>
                  <a:close/>
                </a:path>
              </a:pathLst>
            </a:custGeom>
            <a:ln w="38100">
              <a:solidFill>
                <a:srgbClr val="57B6E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407157" y="3655695"/>
              <a:ext cx="568960" cy="349885"/>
            </a:xfrm>
            <a:custGeom>
              <a:avLst/>
              <a:gdLst/>
              <a:ahLst/>
              <a:cxnLst/>
              <a:rect l="l" t="t" r="r" b="b"/>
              <a:pathLst>
                <a:path w="568960" h="349885">
                  <a:moveTo>
                    <a:pt x="68834" y="242315"/>
                  </a:moveTo>
                  <a:lnTo>
                    <a:pt x="0" y="349884"/>
                  </a:lnTo>
                  <a:lnTo>
                    <a:pt x="127381" y="340486"/>
                  </a:lnTo>
                  <a:lnTo>
                    <a:pt x="113672" y="317499"/>
                  </a:lnTo>
                  <a:lnTo>
                    <a:pt x="91567" y="317499"/>
                  </a:lnTo>
                  <a:lnTo>
                    <a:pt x="72009" y="284733"/>
                  </a:lnTo>
                  <a:lnTo>
                    <a:pt x="88326" y="275001"/>
                  </a:lnTo>
                  <a:lnTo>
                    <a:pt x="68834" y="242315"/>
                  </a:lnTo>
                  <a:close/>
                </a:path>
                <a:path w="568960" h="349885">
                  <a:moveTo>
                    <a:pt x="88326" y="275001"/>
                  </a:moveTo>
                  <a:lnTo>
                    <a:pt x="72009" y="284733"/>
                  </a:lnTo>
                  <a:lnTo>
                    <a:pt x="91567" y="317499"/>
                  </a:lnTo>
                  <a:lnTo>
                    <a:pt x="107872" y="307774"/>
                  </a:lnTo>
                  <a:lnTo>
                    <a:pt x="88326" y="275001"/>
                  </a:lnTo>
                  <a:close/>
                </a:path>
                <a:path w="568960" h="349885">
                  <a:moveTo>
                    <a:pt x="107872" y="307774"/>
                  </a:moveTo>
                  <a:lnTo>
                    <a:pt x="91567" y="317499"/>
                  </a:lnTo>
                  <a:lnTo>
                    <a:pt x="113672" y="317499"/>
                  </a:lnTo>
                  <a:lnTo>
                    <a:pt x="107872" y="307774"/>
                  </a:lnTo>
                  <a:close/>
                </a:path>
                <a:path w="568960" h="349885">
                  <a:moveTo>
                    <a:pt x="549402" y="0"/>
                  </a:moveTo>
                  <a:lnTo>
                    <a:pt x="88326" y="275001"/>
                  </a:lnTo>
                  <a:lnTo>
                    <a:pt x="107872" y="307774"/>
                  </a:lnTo>
                  <a:lnTo>
                    <a:pt x="568960" y="32765"/>
                  </a:lnTo>
                  <a:lnTo>
                    <a:pt x="549402" y="0"/>
                  </a:lnTo>
                  <a:close/>
                </a:path>
              </a:pathLst>
            </a:custGeom>
            <a:solidFill>
              <a:srgbClr val="57B6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1111" y="1959864"/>
              <a:ext cx="6839711" cy="299161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45008" y="3918203"/>
            <a:ext cx="1908175" cy="521334"/>
          </a:xfrm>
          <a:prstGeom prst="rect">
            <a:avLst/>
          </a:prstGeom>
          <a:solidFill>
            <a:srgbClr val="FFFFFF"/>
          </a:solidFill>
          <a:ln w="9144">
            <a:solidFill>
              <a:srgbClr val="57B6E4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91440" marR="203200">
              <a:lnSpc>
                <a:spcPct val="100000"/>
              </a:lnSpc>
              <a:spcBef>
                <a:spcPts val="310"/>
              </a:spcBef>
            </a:pPr>
            <a:r>
              <a:rPr sz="1400" spc="-10" dirty="0">
                <a:latin typeface="微软雅黑"/>
                <a:cs typeface="微软雅黑"/>
              </a:rPr>
              <a:t>下月预测星级：每日更新预测星级</a:t>
            </a:r>
            <a:endParaRPr sz="1400">
              <a:latin typeface="微软雅黑"/>
              <a:cs typeface="微软雅黑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275070" y="3137916"/>
          <a:ext cx="3295650" cy="1326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4670"/>
                <a:gridCol w="1377315"/>
              </a:tblGrid>
              <a:tr h="27051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57B6E4"/>
                      </a:solidFill>
                      <a:prstDash val="solid"/>
                    </a:lnL>
                    <a:lnR w="38100">
                      <a:solidFill>
                        <a:srgbClr val="57B6E4"/>
                      </a:solidFill>
                      <a:prstDash val="solid"/>
                    </a:lnR>
                    <a:lnT w="38100">
                      <a:solidFill>
                        <a:srgbClr val="57B6E4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</a:tr>
              <a:tr h="30734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10" dirty="0">
                          <a:latin typeface="微软雅黑"/>
                          <a:cs typeface="微软雅黑"/>
                        </a:rPr>
                        <a:t>查看星级供应商权益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T="38735" marB="0">
                    <a:lnL w="38100">
                      <a:solidFill>
                        <a:srgbClr val="57B6E4"/>
                      </a:solidFill>
                      <a:prstDash val="solid"/>
                    </a:lnL>
                    <a:lnR w="9525">
                      <a:solidFill>
                        <a:srgbClr val="57B6E4"/>
                      </a:solidFill>
                      <a:prstDash val="solid"/>
                    </a:lnR>
                    <a:lnT w="9525">
                      <a:solidFill>
                        <a:srgbClr val="57B6E4"/>
                      </a:solidFill>
                      <a:prstDash val="solid"/>
                    </a:lnT>
                    <a:lnB w="9525">
                      <a:solidFill>
                        <a:srgbClr val="57B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57B6E4"/>
                      </a:solidFill>
                      <a:prstDash val="solid"/>
                    </a:lnL>
                    <a:lnR w="38100">
                      <a:solidFill>
                        <a:srgbClr val="57B6E4"/>
                      </a:solidFill>
                      <a:prstDash val="solid"/>
                    </a:lnR>
                  </a:tcPr>
                </a:tc>
              </a:tr>
              <a:tr h="7486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57B6E4"/>
                      </a:solidFill>
                      <a:prstDash val="solid"/>
                    </a:lnL>
                    <a:lnR w="38100">
                      <a:solidFill>
                        <a:srgbClr val="57B6E4"/>
                      </a:solidFill>
                      <a:prstDash val="solid"/>
                    </a:lnR>
                    <a:lnB w="38100">
                      <a:solidFill>
                        <a:srgbClr val="57B6E4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5650229" y="3508247"/>
            <a:ext cx="504190" cy="114300"/>
          </a:xfrm>
          <a:custGeom>
            <a:avLst/>
            <a:gdLst/>
            <a:ahLst/>
            <a:cxnLst/>
            <a:rect l="l" t="t" r="r" b="b"/>
            <a:pathLst>
              <a:path w="504189" h="114300">
                <a:moveTo>
                  <a:pt x="389636" y="0"/>
                </a:moveTo>
                <a:lnTo>
                  <a:pt x="389636" y="114300"/>
                </a:lnTo>
                <a:lnTo>
                  <a:pt x="465836" y="76200"/>
                </a:lnTo>
                <a:lnTo>
                  <a:pt x="408686" y="76200"/>
                </a:lnTo>
                <a:lnTo>
                  <a:pt x="408686" y="38100"/>
                </a:lnTo>
                <a:lnTo>
                  <a:pt x="465836" y="38100"/>
                </a:lnTo>
                <a:lnTo>
                  <a:pt x="389636" y="0"/>
                </a:lnTo>
                <a:close/>
              </a:path>
              <a:path w="504189" h="114300">
                <a:moveTo>
                  <a:pt x="38963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89636" y="76200"/>
                </a:lnTo>
                <a:lnTo>
                  <a:pt x="389636" y="38100"/>
                </a:lnTo>
                <a:close/>
              </a:path>
              <a:path w="504189" h="114300">
                <a:moveTo>
                  <a:pt x="465836" y="38100"/>
                </a:moveTo>
                <a:lnTo>
                  <a:pt x="408686" y="38100"/>
                </a:lnTo>
                <a:lnTo>
                  <a:pt x="408686" y="76200"/>
                </a:lnTo>
                <a:lnTo>
                  <a:pt x="465836" y="76200"/>
                </a:lnTo>
                <a:lnTo>
                  <a:pt x="503936" y="57150"/>
                </a:lnTo>
                <a:lnTo>
                  <a:pt x="465836" y="38100"/>
                </a:lnTo>
                <a:close/>
              </a:path>
            </a:pathLst>
          </a:custGeom>
          <a:solidFill>
            <a:srgbClr val="57B6E4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017261" y="3017266"/>
            <a:ext cx="4572762" cy="132308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038855" y="2938272"/>
            <a:ext cx="6264275" cy="1905"/>
          </a:xfrm>
          <a:custGeom>
            <a:avLst/>
            <a:gdLst/>
            <a:ahLst/>
            <a:cxnLst/>
            <a:rect l="l" t="t" r="r" b="b"/>
            <a:pathLst>
              <a:path w="6264275" h="1905">
                <a:moveTo>
                  <a:pt x="0" y="0"/>
                </a:moveTo>
                <a:lnTo>
                  <a:pt x="6264275" y="1650"/>
                </a:lnTo>
              </a:path>
            </a:pathLst>
          </a:custGeom>
          <a:ln w="9144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38855" y="4524755"/>
            <a:ext cx="6264275" cy="3175"/>
          </a:xfrm>
          <a:custGeom>
            <a:avLst/>
            <a:gdLst/>
            <a:ahLst/>
            <a:cxnLst/>
            <a:rect l="l" t="t" r="r" b="b"/>
            <a:pathLst>
              <a:path w="6264275" h="3175">
                <a:moveTo>
                  <a:pt x="0" y="0"/>
                </a:moveTo>
                <a:lnTo>
                  <a:pt x="6264275" y="3175"/>
                </a:lnTo>
              </a:path>
            </a:pathLst>
          </a:custGeom>
          <a:ln w="9144">
            <a:solidFill>
              <a:srgbClr val="EBBD8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38855" y="3046476"/>
            <a:ext cx="1190625" cy="1391920"/>
          </a:xfrm>
          <a:custGeom>
            <a:avLst/>
            <a:gdLst/>
            <a:ahLst/>
            <a:cxnLst/>
            <a:rect l="l" t="t" r="r" b="b"/>
            <a:pathLst>
              <a:path w="1190625" h="1391920">
                <a:moveTo>
                  <a:pt x="2412" y="240029"/>
                </a:moveTo>
                <a:lnTo>
                  <a:pt x="0" y="240029"/>
                </a:lnTo>
                <a:lnTo>
                  <a:pt x="0" y="1391412"/>
                </a:lnTo>
                <a:lnTo>
                  <a:pt x="1186688" y="1391412"/>
                </a:lnTo>
                <a:lnTo>
                  <a:pt x="1186688" y="371983"/>
                </a:lnTo>
                <a:lnTo>
                  <a:pt x="2412" y="371983"/>
                </a:lnTo>
                <a:lnTo>
                  <a:pt x="2412" y="240029"/>
                </a:lnTo>
                <a:close/>
              </a:path>
              <a:path w="1190625" h="1391920">
                <a:moveTo>
                  <a:pt x="287401" y="240029"/>
                </a:moveTo>
                <a:lnTo>
                  <a:pt x="128777" y="240029"/>
                </a:lnTo>
                <a:lnTo>
                  <a:pt x="128777" y="371983"/>
                </a:lnTo>
                <a:lnTo>
                  <a:pt x="264541" y="371983"/>
                </a:lnTo>
                <a:lnTo>
                  <a:pt x="287401" y="240029"/>
                </a:lnTo>
                <a:close/>
              </a:path>
              <a:path w="1190625" h="1391920">
                <a:moveTo>
                  <a:pt x="447802" y="305181"/>
                </a:moveTo>
                <a:lnTo>
                  <a:pt x="402717" y="305181"/>
                </a:lnTo>
                <a:lnTo>
                  <a:pt x="395096" y="371983"/>
                </a:lnTo>
                <a:lnTo>
                  <a:pt x="454659" y="371983"/>
                </a:lnTo>
                <a:lnTo>
                  <a:pt x="447802" y="305181"/>
                </a:lnTo>
                <a:close/>
              </a:path>
              <a:path w="1190625" h="1391920">
                <a:moveTo>
                  <a:pt x="604393" y="240029"/>
                </a:moveTo>
                <a:lnTo>
                  <a:pt x="558038" y="240029"/>
                </a:lnTo>
                <a:lnTo>
                  <a:pt x="583565" y="371983"/>
                </a:lnTo>
                <a:lnTo>
                  <a:pt x="604393" y="371983"/>
                </a:lnTo>
                <a:lnTo>
                  <a:pt x="604393" y="240029"/>
                </a:lnTo>
                <a:close/>
              </a:path>
              <a:path w="1190625" h="1391920">
                <a:moveTo>
                  <a:pt x="768477" y="240029"/>
                </a:moveTo>
                <a:lnTo>
                  <a:pt x="730631" y="240029"/>
                </a:lnTo>
                <a:lnTo>
                  <a:pt x="730631" y="371983"/>
                </a:lnTo>
                <a:lnTo>
                  <a:pt x="768984" y="371983"/>
                </a:lnTo>
                <a:lnTo>
                  <a:pt x="768984" y="248412"/>
                </a:lnTo>
                <a:lnTo>
                  <a:pt x="768477" y="240029"/>
                </a:lnTo>
                <a:close/>
              </a:path>
              <a:path w="1190625" h="1391920">
                <a:moveTo>
                  <a:pt x="989076" y="240029"/>
                </a:moveTo>
                <a:lnTo>
                  <a:pt x="885444" y="240029"/>
                </a:lnTo>
                <a:lnTo>
                  <a:pt x="886206" y="273938"/>
                </a:lnTo>
                <a:lnTo>
                  <a:pt x="886206" y="371983"/>
                </a:lnTo>
                <a:lnTo>
                  <a:pt x="989076" y="371983"/>
                </a:lnTo>
                <a:lnTo>
                  <a:pt x="989076" y="240029"/>
                </a:lnTo>
                <a:close/>
              </a:path>
              <a:path w="1190625" h="1391920">
                <a:moveTo>
                  <a:pt x="1186688" y="240029"/>
                </a:moveTo>
                <a:lnTo>
                  <a:pt x="1115314" y="240029"/>
                </a:lnTo>
                <a:lnTo>
                  <a:pt x="1115314" y="371983"/>
                </a:lnTo>
                <a:lnTo>
                  <a:pt x="1186688" y="371983"/>
                </a:lnTo>
                <a:lnTo>
                  <a:pt x="1186688" y="240029"/>
                </a:lnTo>
                <a:close/>
              </a:path>
              <a:path w="1190625" h="1391920">
                <a:moveTo>
                  <a:pt x="129667" y="0"/>
                </a:moveTo>
                <a:lnTo>
                  <a:pt x="2412" y="0"/>
                </a:lnTo>
                <a:lnTo>
                  <a:pt x="2412" y="240029"/>
                </a:lnTo>
                <a:lnTo>
                  <a:pt x="128777" y="240029"/>
                </a:lnTo>
                <a:lnTo>
                  <a:pt x="128777" y="222250"/>
                </a:lnTo>
                <a:lnTo>
                  <a:pt x="162560" y="222250"/>
                </a:lnTo>
                <a:lnTo>
                  <a:pt x="215852" y="217320"/>
                </a:lnTo>
                <a:lnTo>
                  <a:pt x="251266" y="202836"/>
                </a:lnTo>
                <a:lnTo>
                  <a:pt x="272065" y="167306"/>
                </a:lnTo>
                <a:lnTo>
                  <a:pt x="273159" y="158623"/>
                </a:lnTo>
                <a:lnTo>
                  <a:pt x="134111" y="158623"/>
                </a:lnTo>
                <a:lnTo>
                  <a:pt x="128777" y="158241"/>
                </a:lnTo>
                <a:lnTo>
                  <a:pt x="128777" y="63626"/>
                </a:lnTo>
                <a:lnTo>
                  <a:pt x="271880" y="63626"/>
                </a:lnTo>
                <a:lnTo>
                  <a:pt x="271660" y="61956"/>
                </a:lnTo>
                <a:lnTo>
                  <a:pt x="250570" y="24129"/>
                </a:lnTo>
                <a:lnTo>
                  <a:pt x="208914" y="6223"/>
                </a:lnTo>
                <a:lnTo>
                  <a:pt x="153925" y="400"/>
                </a:lnTo>
                <a:lnTo>
                  <a:pt x="129667" y="0"/>
                </a:lnTo>
                <a:close/>
              </a:path>
              <a:path w="1190625" h="1391920">
                <a:moveTo>
                  <a:pt x="511429" y="0"/>
                </a:moveTo>
                <a:lnTo>
                  <a:pt x="328930" y="0"/>
                </a:lnTo>
                <a:lnTo>
                  <a:pt x="287401" y="240029"/>
                </a:lnTo>
                <a:lnTo>
                  <a:pt x="558038" y="240029"/>
                </a:lnTo>
                <a:lnTo>
                  <a:pt x="557865" y="239140"/>
                </a:lnTo>
                <a:lnTo>
                  <a:pt x="401066" y="239140"/>
                </a:lnTo>
                <a:lnTo>
                  <a:pt x="404391" y="211327"/>
                </a:lnTo>
                <a:lnTo>
                  <a:pt x="409586" y="175662"/>
                </a:lnTo>
                <a:lnTo>
                  <a:pt x="416585" y="132770"/>
                </a:lnTo>
                <a:lnTo>
                  <a:pt x="425322" y="82931"/>
                </a:lnTo>
                <a:lnTo>
                  <a:pt x="527532" y="82931"/>
                </a:lnTo>
                <a:lnTo>
                  <a:pt x="511506" y="400"/>
                </a:lnTo>
                <a:lnTo>
                  <a:pt x="511429" y="0"/>
                </a:lnTo>
                <a:close/>
              </a:path>
              <a:path w="1190625" h="1391920">
                <a:moveTo>
                  <a:pt x="693673" y="0"/>
                </a:moveTo>
                <a:lnTo>
                  <a:pt x="604393" y="0"/>
                </a:lnTo>
                <a:lnTo>
                  <a:pt x="604393" y="240029"/>
                </a:lnTo>
                <a:lnTo>
                  <a:pt x="730631" y="240029"/>
                </a:lnTo>
                <a:lnTo>
                  <a:pt x="730631" y="204215"/>
                </a:lnTo>
                <a:lnTo>
                  <a:pt x="874007" y="204215"/>
                </a:lnTo>
                <a:lnTo>
                  <a:pt x="833828" y="181742"/>
                </a:lnTo>
                <a:lnTo>
                  <a:pt x="816609" y="177926"/>
                </a:lnTo>
                <a:lnTo>
                  <a:pt x="835642" y="175662"/>
                </a:lnTo>
                <a:lnTo>
                  <a:pt x="872235" y="159893"/>
                </a:lnTo>
                <a:lnTo>
                  <a:pt x="879771" y="146431"/>
                </a:lnTo>
                <a:lnTo>
                  <a:pt x="730631" y="146431"/>
                </a:lnTo>
                <a:lnTo>
                  <a:pt x="730631" y="63626"/>
                </a:lnTo>
                <a:lnTo>
                  <a:pt x="881861" y="63626"/>
                </a:lnTo>
                <a:lnTo>
                  <a:pt x="881237" y="60452"/>
                </a:lnTo>
                <a:lnTo>
                  <a:pt x="855602" y="22479"/>
                </a:lnTo>
                <a:lnTo>
                  <a:pt x="814705" y="5334"/>
                </a:lnTo>
                <a:lnTo>
                  <a:pt x="768667" y="1333"/>
                </a:lnTo>
                <a:lnTo>
                  <a:pt x="737086" y="400"/>
                </a:lnTo>
                <a:lnTo>
                  <a:pt x="743125" y="400"/>
                </a:lnTo>
                <a:lnTo>
                  <a:pt x="693673" y="0"/>
                </a:lnTo>
                <a:close/>
              </a:path>
              <a:path w="1190625" h="1391920">
                <a:moveTo>
                  <a:pt x="874007" y="204215"/>
                </a:moveTo>
                <a:lnTo>
                  <a:pt x="730631" y="204215"/>
                </a:lnTo>
                <a:lnTo>
                  <a:pt x="742422" y="204666"/>
                </a:lnTo>
                <a:lnTo>
                  <a:pt x="751713" y="206009"/>
                </a:lnTo>
                <a:lnTo>
                  <a:pt x="768420" y="239140"/>
                </a:lnTo>
                <a:lnTo>
                  <a:pt x="768477" y="240029"/>
                </a:lnTo>
                <a:lnTo>
                  <a:pt x="885444" y="240029"/>
                </a:lnTo>
                <a:lnTo>
                  <a:pt x="885444" y="237616"/>
                </a:lnTo>
                <a:lnTo>
                  <a:pt x="877474" y="208422"/>
                </a:lnTo>
                <a:lnTo>
                  <a:pt x="874007" y="204215"/>
                </a:lnTo>
                <a:close/>
              </a:path>
              <a:path w="1190625" h="1391920">
                <a:moveTo>
                  <a:pt x="1115314" y="74422"/>
                </a:moveTo>
                <a:lnTo>
                  <a:pt x="989076" y="74422"/>
                </a:lnTo>
                <a:lnTo>
                  <a:pt x="989076" y="240029"/>
                </a:lnTo>
                <a:lnTo>
                  <a:pt x="1115314" y="240029"/>
                </a:lnTo>
                <a:lnTo>
                  <a:pt x="1115314" y="74422"/>
                </a:lnTo>
                <a:close/>
              </a:path>
              <a:path w="1190625" h="1391920">
                <a:moveTo>
                  <a:pt x="527532" y="82931"/>
                </a:moveTo>
                <a:lnTo>
                  <a:pt x="425322" y="82931"/>
                </a:lnTo>
                <a:lnTo>
                  <a:pt x="430105" y="127573"/>
                </a:lnTo>
                <a:lnTo>
                  <a:pt x="434911" y="168513"/>
                </a:lnTo>
                <a:lnTo>
                  <a:pt x="439717" y="205714"/>
                </a:lnTo>
                <a:lnTo>
                  <a:pt x="444499" y="239140"/>
                </a:lnTo>
                <a:lnTo>
                  <a:pt x="557865" y="239140"/>
                </a:lnTo>
                <a:lnTo>
                  <a:pt x="527532" y="82931"/>
                </a:lnTo>
                <a:close/>
              </a:path>
              <a:path w="1190625" h="1391920">
                <a:moveTo>
                  <a:pt x="271880" y="63626"/>
                </a:moveTo>
                <a:lnTo>
                  <a:pt x="128777" y="63626"/>
                </a:lnTo>
                <a:lnTo>
                  <a:pt x="140017" y="63984"/>
                </a:lnTo>
                <a:lnTo>
                  <a:pt x="149161" y="65055"/>
                </a:lnTo>
                <a:lnTo>
                  <a:pt x="168910" y="94234"/>
                </a:lnTo>
                <a:lnTo>
                  <a:pt x="168910" y="124713"/>
                </a:lnTo>
                <a:lnTo>
                  <a:pt x="168564" y="132413"/>
                </a:lnTo>
                <a:lnTo>
                  <a:pt x="168483" y="134213"/>
                </a:lnTo>
                <a:lnTo>
                  <a:pt x="149606" y="158623"/>
                </a:lnTo>
                <a:lnTo>
                  <a:pt x="273159" y="158623"/>
                </a:lnTo>
                <a:lnTo>
                  <a:pt x="273851" y="153124"/>
                </a:lnTo>
                <a:lnTo>
                  <a:pt x="273940" y="150659"/>
                </a:lnTo>
                <a:lnTo>
                  <a:pt x="274039" y="147877"/>
                </a:lnTo>
                <a:lnTo>
                  <a:pt x="274132" y="145288"/>
                </a:lnTo>
                <a:lnTo>
                  <a:pt x="274252" y="141938"/>
                </a:lnTo>
                <a:lnTo>
                  <a:pt x="274379" y="138404"/>
                </a:lnTo>
                <a:lnTo>
                  <a:pt x="274398" y="101600"/>
                </a:lnTo>
                <a:lnTo>
                  <a:pt x="271927" y="63984"/>
                </a:lnTo>
                <a:lnTo>
                  <a:pt x="271880" y="63626"/>
                </a:lnTo>
                <a:close/>
              </a:path>
              <a:path w="1190625" h="1391920">
                <a:moveTo>
                  <a:pt x="881861" y="63626"/>
                </a:moveTo>
                <a:lnTo>
                  <a:pt x="730631" y="63626"/>
                </a:lnTo>
                <a:lnTo>
                  <a:pt x="740689" y="63984"/>
                </a:lnTo>
                <a:lnTo>
                  <a:pt x="749122" y="65055"/>
                </a:lnTo>
                <a:lnTo>
                  <a:pt x="755868" y="66841"/>
                </a:lnTo>
                <a:lnTo>
                  <a:pt x="760925" y="69341"/>
                </a:lnTo>
                <a:lnTo>
                  <a:pt x="766191" y="72771"/>
                </a:lnTo>
                <a:lnTo>
                  <a:pt x="768984" y="80645"/>
                </a:lnTo>
                <a:lnTo>
                  <a:pt x="768984" y="112775"/>
                </a:lnTo>
                <a:lnTo>
                  <a:pt x="768557" y="121477"/>
                </a:lnTo>
                <a:lnTo>
                  <a:pt x="768439" y="123874"/>
                </a:lnTo>
                <a:lnTo>
                  <a:pt x="730631" y="146431"/>
                </a:lnTo>
                <a:lnTo>
                  <a:pt x="879771" y="146431"/>
                </a:lnTo>
                <a:lnTo>
                  <a:pt x="882697" y="137842"/>
                </a:lnTo>
                <a:lnTo>
                  <a:pt x="885326" y="121477"/>
                </a:lnTo>
                <a:lnTo>
                  <a:pt x="886093" y="104139"/>
                </a:lnTo>
                <a:lnTo>
                  <a:pt x="886206" y="101600"/>
                </a:lnTo>
                <a:lnTo>
                  <a:pt x="885034" y="80645"/>
                </a:lnTo>
                <a:lnTo>
                  <a:pt x="884965" y="79406"/>
                </a:lnTo>
                <a:lnTo>
                  <a:pt x="881931" y="63984"/>
                </a:lnTo>
                <a:lnTo>
                  <a:pt x="881861" y="63626"/>
                </a:lnTo>
                <a:close/>
              </a:path>
              <a:path w="1190625" h="1391920">
                <a:moveTo>
                  <a:pt x="1190244" y="0"/>
                </a:moveTo>
                <a:lnTo>
                  <a:pt x="914399" y="0"/>
                </a:lnTo>
                <a:lnTo>
                  <a:pt x="914399" y="74422"/>
                </a:lnTo>
                <a:lnTo>
                  <a:pt x="1190244" y="74422"/>
                </a:lnTo>
                <a:lnTo>
                  <a:pt x="1190244" y="0"/>
                </a:lnTo>
                <a:close/>
              </a:path>
            </a:pathLst>
          </a:custGeom>
          <a:solidFill>
            <a:srgbClr val="EBBD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34105" y="3371799"/>
            <a:ext cx="100139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25" dirty="0">
                <a:solidFill>
                  <a:srgbClr val="FFFFFF"/>
                </a:solidFill>
                <a:latin typeface="Impact" panose="020B0806030902050204"/>
                <a:cs typeface="Impact" panose="020B0806030902050204"/>
              </a:rPr>
              <a:t>03</a:t>
            </a:r>
            <a:endParaRPr sz="720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28674" y="1851355"/>
            <a:ext cx="9455785" cy="4196715"/>
            <a:chOff x="1328674" y="1851355"/>
            <a:chExt cx="9455785" cy="4196715"/>
          </a:xfrm>
        </p:grpSpPr>
        <p:sp>
          <p:nvSpPr>
            <p:cNvPr id="3" name="object 3"/>
            <p:cNvSpPr/>
            <p:nvPr/>
          </p:nvSpPr>
          <p:spPr>
            <a:xfrm>
              <a:off x="1335024" y="2412491"/>
              <a:ext cx="9443085" cy="3629025"/>
            </a:xfrm>
            <a:custGeom>
              <a:avLst/>
              <a:gdLst/>
              <a:ahLst/>
              <a:cxnLst/>
              <a:rect l="l" t="t" r="r" b="b"/>
              <a:pathLst>
                <a:path w="9443085" h="3629025">
                  <a:moveTo>
                    <a:pt x="0" y="3628644"/>
                  </a:moveTo>
                  <a:lnTo>
                    <a:pt x="9442704" y="3628644"/>
                  </a:lnTo>
                  <a:lnTo>
                    <a:pt x="9442704" y="0"/>
                  </a:lnTo>
                  <a:lnTo>
                    <a:pt x="0" y="0"/>
                  </a:lnTo>
                  <a:lnTo>
                    <a:pt x="0" y="3628644"/>
                  </a:lnTo>
                  <a:close/>
                </a:path>
              </a:pathLst>
            </a:custGeom>
            <a:ln w="12192">
              <a:solidFill>
                <a:srgbClr val="EBBD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59408" y="3369563"/>
              <a:ext cx="9394190" cy="0"/>
            </a:xfrm>
            <a:custGeom>
              <a:avLst/>
              <a:gdLst/>
              <a:ahLst/>
              <a:cxnLst/>
              <a:rect l="l" t="t" r="r" b="b"/>
              <a:pathLst>
                <a:path w="9394190">
                  <a:moveTo>
                    <a:pt x="9393936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BBD8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35024" y="1851660"/>
              <a:ext cx="3192780" cy="563880"/>
            </a:xfrm>
            <a:custGeom>
              <a:avLst/>
              <a:gdLst/>
              <a:ahLst/>
              <a:cxnLst/>
              <a:rect l="l" t="t" r="r" b="b"/>
              <a:pathLst>
                <a:path w="3192779" h="563880">
                  <a:moveTo>
                    <a:pt x="72643" y="563626"/>
                  </a:moveTo>
                  <a:lnTo>
                    <a:pt x="0" y="563626"/>
                  </a:lnTo>
                  <a:lnTo>
                    <a:pt x="0" y="563879"/>
                  </a:lnTo>
                  <a:lnTo>
                    <a:pt x="72516" y="563879"/>
                  </a:lnTo>
                  <a:lnTo>
                    <a:pt x="72643" y="563626"/>
                  </a:lnTo>
                  <a:close/>
                </a:path>
                <a:path w="3192779" h="563880">
                  <a:moveTo>
                    <a:pt x="3052826" y="563626"/>
                  </a:moveTo>
                  <a:lnTo>
                    <a:pt x="2980309" y="563626"/>
                  </a:lnTo>
                  <a:lnTo>
                    <a:pt x="2980309" y="563879"/>
                  </a:lnTo>
                  <a:lnTo>
                    <a:pt x="3052826" y="563879"/>
                  </a:lnTo>
                  <a:lnTo>
                    <a:pt x="3052826" y="563626"/>
                  </a:lnTo>
                  <a:close/>
                </a:path>
                <a:path w="3192779" h="563880">
                  <a:moveTo>
                    <a:pt x="139953" y="253"/>
                  </a:moveTo>
                  <a:lnTo>
                    <a:pt x="0" y="253"/>
                  </a:lnTo>
                  <a:lnTo>
                    <a:pt x="0" y="563626"/>
                  </a:lnTo>
                  <a:lnTo>
                    <a:pt x="139953" y="253"/>
                  </a:lnTo>
                  <a:close/>
                </a:path>
                <a:path w="3192779" h="563880">
                  <a:moveTo>
                    <a:pt x="3120136" y="253"/>
                  </a:moveTo>
                  <a:lnTo>
                    <a:pt x="212470" y="253"/>
                  </a:lnTo>
                  <a:lnTo>
                    <a:pt x="72643" y="563626"/>
                  </a:lnTo>
                  <a:lnTo>
                    <a:pt x="2980309" y="563626"/>
                  </a:lnTo>
                  <a:lnTo>
                    <a:pt x="3120136" y="253"/>
                  </a:lnTo>
                  <a:close/>
                </a:path>
                <a:path w="3192779" h="563880">
                  <a:moveTo>
                    <a:pt x="3192779" y="253"/>
                  </a:moveTo>
                  <a:lnTo>
                    <a:pt x="3052826" y="563626"/>
                  </a:lnTo>
                  <a:lnTo>
                    <a:pt x="3192779" y="563626"/>
                  </a:lnTo>
                  <a:lnTo>
                    <a:pt x="3192779" y="253"/>
                  </a:lnTo>
                  <a:close/>
                </a:path>
                <a:path w="3192779" h="563880">
                  <a:moveTo>
                    <a:pt x="212470" y="0"/>
                  </a:moveTo>
                  <a:lnTo>
                    <a:pt x="139953" y="0"/>
                  </a:lnTo>
                  <a:lnTo>
                    <a:pt x="139953" y="253"/>
                  </a:lnTo>
                  <a:lnTo>
                    <a:pt x="212470" y="253"/>
                  </a:lnTo>
                  <a:lnTo>
                    <a:pt x="212470" y="0"/>
                  </a:lnTo>
                  <a:close/>
                </a:path>
                <a:path w="3192779" h="563880">
                  <a:moveTo>
                    <a:pt x="3192779" y="0"/>
                  </a:moveTo>
                  <a:lnTo>
                    <a:pt x="3120263" y="0"/>
                  </a:lnTo>
                  <a:lnTo>
                    <a:pt x="3120136" y="253"/>
                  </a:lnTo>
                  <a:lnTo>
                    <a:pt x="3192779" y="253"/>
                  </a:lnTo>
                  <a:lnTo>
                    <a:pt x="3192779" y="0"/>
                  </a:lnTo>
                  <a:close/>
                </a:path>
              </a:pathLst>
            </a:custGeom>
            <a:solidFill>
              <a:srgbClr val="EBBD8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221357" y="1851355"/>
              <a:ext cx="1775841" cy="5138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71244" y="2520695"/>
              <a:ext cx="2566670" cy="769620"/>
            </a:xfrm>
            <a:custGeom>
              <a:avLst/>
              <a:gdLst/>
              <a:ahLst/>
              <a:cxnLst/>
              <a:rect l="l" t="t" r="r" b="b"/>
              <a:pathLst>
                <a:path w="2566670" h="769620">
                  <a:moveTo>
                    <a:pt x="2566416" y="0"/>
                  </a:moveTo>
                  <a:lnTo>
                    <a:pt x="0" y="0"/>
                  </a:lnTo>
                  <a:lnTo>
                    <a:pt x="0" y="769620"/>
                  </a:lnTo>
                  <a:lnTo>
                    <a:pt x="2566416" y="769620"/>
                  </a:lnTo>
                  <a:lnTo>
                    <a:pt x="2566416" y="0"/>
                  </a:lnTo>
                  <a:close/>
                </a:path>
              </a:pathLst>
            </a:custGeom>
            <a:solidFill>
              <a:srgbClr val="0E13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166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Question</a:t>
            </a:r>
            <a:r>
              <a:rPr spc="-10" dirty="0">
                <a:latin typeface="微软雅黑"/>
                <a:cs typeface="微软雅黑"/>
              </a:rPr>
              <a:t>：</a:t>
            </a:r>
            <a:endParaRPr spc="-10" dirty="0">
              <a:latin typeface="微软雅黑"/>
              <a:cs typeface="微软雅黑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51102" y="2633217"/>
            <a:ext cx="9427845" cy="3399790"/>
            <a:chOff x="1451102" y="2633217"/>
            <a:chExt cx="9427845" cy="339979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7518" y="2633217"/>
              <a:ext cx="3662553" cy="5882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1102" y="3427425"/>
              <a:ext cx="317601" cy="4102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9979" y="3427425"/>
              <a:ext cx="4572635" cy="4102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77813" y="3427425"/>
              <a:ext cx="316991" cy="4102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6310" y="3427425"/>
              <a:ext cx="1828799" cy="4102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60310" y="3427425"/>
              <a:ext cx="1829180" cy="4102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84563" y="3427425"/>
              <a:ext cx="316992" cy="4102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43059" y="3427425"/>
              <a:ext cx="198120" cy="4102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342120" y="3427425"/>
              <a:ext cx="475487" cy="4102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59111" y="3427425"/>
              <a:ext cx="1219606" cy="4102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51102" y="3976750"/>
              <a:ext cx="1524381" cy="40995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0683" y="3976750"/>
              <a:ext cx="316992" cy="4099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29179" y="3976750"/>
              <a:ext cx="198119" cy="40995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28238" y="3976750"/>
              <a:ext cx="316992" cy="40995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86734" y="3976750"/>
              <a:ext cx="1219606" cy="40995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01388" y="3976750"/>
              <a:ext cx="5487035" cy="40995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51102" y="4525391"/>
              <a:ext cx="317601" cy="40995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09979" y="4525391"/>
              <a:ext cx="6096635" cy="40995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01813" y="4525391"/>
              <a:ext cx="914400" cy="40995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51102" y="5074285"/>
              <a:ext cx="610209" cy="40995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56283" y="5074285"/>
              <a:ext cx="3328797" cy="40995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926456" y="5074285"/>
              <a:ext cx="609600" cy="40995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51102" y="5622950"/>
              <a:ext cx="317601" cy="40995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09979" y="5622950"/>
              <a:ext cx="9145270" cy="409956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61669" y="813561"/>
            <a:ext cx="2476880" cy="661415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36" name="object 36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40635" y="3177539"/>
            <a:ext cx="8380730" cy="2952115"/>
            <a:chOff x="2040635" y="3177539"/>
            <a:chExt cx="8380730" cy="295211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049779" y="3186683"/>
              <a:ext cx="8362188" cy="29337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45207" y="3182111"/>
              <a:ext cx="8371840" cy="2943225"/>
            </a:xfrm>
            <a:custGeom>
              <a:avLst/>
              <a:gdLst/>
              <a:ahLst/>
              <a:cxnLst/>
              <a:rect l="l" t="t" r="r" b="b"/>
              <a:pathLst>
                <a:path w="8371840" h="2943225">
                  <a:moveTo>
                    <a:pt x="0" y="2942844"/>
                  </a:moveTo>
                  <a:lnTo>
                    <a:pt x="8371332" y="2942844"/>
                  </a:lnTo>
                  <a:lnTo>
                    <a:pt x="8371332" y="0"/>
                  </a:lnTo>
                  <a:lnTo>
                    <a:pt x="0" y="0"/>
                  </a:lnTo>
                  <a:lnTo>
                    <a:pt x="0" y="2942844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666487" y="5094732"/>
              <a:ext cx="1870075" cy="401320"/>
            </a:xfrm>
            <a:custGeom>
              <a:avLst/>
              <a:gdLst/>
              <a:ahLst/>
              <a:cxnLst/>
              <a:rect l="l" t="t" r="r" b="b"/>
              <a:pathLst>
                <a:path w="1870075" h="401320">
                  <a:moveTo>
                    <a:pt x="1869948" y="0"/>
                  </a:moveTo>
                  <a:lnTo>
                    <a:pt x="0" y="0"/>
                  </a:lnTo>
                  <a:lnTo>
                    <a:pt x="0" y="400812"/>
                  </a:lnTo>
                  <a:lnTo>
                    <a:pt x="1869948" y="400812"/>
                  </a:lnTo>
                  <a:lnTo>
                    <a:pt x="1869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666487" y="5094732"/>
              <a:ext cx="1870075" cy="401320"/>
            </a:xfrm>
            <a:custGeom>
              <a:avLst/>
              <a:gdLst/>
              <a:ahLst/>
              <a:cxnLst/>
              <a:rect l="l" t="t" r="r" b="b"/>
              <a:pathLst>
                <a:path w="1870075" h="401320">
                  <a:moveTo>
                    <a:pt x="0" y="400812"/>
                  </a:moveTo>
                  <a:lnTo>
                    <a:pt x="1869948" y="400812"/>
                  </a:lnTo>
                  <a:lnTo>
                    <a:pt x="1869948" y="0"/>
                  </a:lnTo>
                  <a:lnTo>
                    <a:pt x="0" y="0"/>
                  </a:lnTo>
                  <a:lnTo>
                    <a:pt x="0" y="40081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2345182" y="1748282"/>
            <a:ext cx="8386445" cy="952500"/>
            <a:chOff x="2345182" y="1748282"/>
            <a:chExt cx="8386445" cy="9525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5182" y="1748282"/>
              <a:ext cx="3052825" cy="3429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3754" y="1748282"/>
              <a:ext cx="430784" cy="3429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66842" y="1748282"/>
              <a:ext cx="505967" cy="3429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9826" y="1748282"/>
              <a:ext cx="2032889" cy="3429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45182" y="2053082"/>
              <a:ext cx="1781937" cy="3429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72484" y="2053082"/>
              <a:ext cx="672084" cy="3429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20539" y="2053082"/>
              <a:ext cx="2287523" cy="3429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53810" y="2053082"/>
              <a:ext cx="509015" cy="3429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45182" y="2357882"/>
              <a:ext cx="509016" cy="3429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99690" y="2357882"/>
              <a:ext cx="3053080" cy="3429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98261" y="2357882"/>
              <a:ext cx="1270635" cy="3429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14770" y="2357882"/>
              <a:ext cx="4064635" cy="3429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25404" y="2357882"/>
              <a:ext cx="505968" cy="34290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989582" y="1749298"/>
            <a:ext cx="22796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</a:t>
            </a:r>
            <a:endParaRPr sz="200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</a:t>
            </a:r>
            <a:endParaRPr sz="200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</a:t>
            </a:r>
            <a:endParaRPr sz="2000">
              <a:latin typeface="Wingdings" panose="05000000000000000000"/>
              <a:cs typeface="Wingdings" panose="05000000000000000000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61669" y="813561"/>
            <a:ext cx="2476880" cy="661415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24" name="object 2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13561"/>
            <a:ext cx="2476880" cy="6614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4" name="object 4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2278379" y="2287523"/>
            <a:ext cx="7623175" cy="4084320"/>
            <a:chOff x="2278379" y="2287523"/>
            <a:chExt cx="7623175" cy="40843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8191" y="2307335"/>
              <a:ext cx="7583424" cy="404469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8285" y="2297429"/>
              <a:ext cx="7603490" cy="4064635"/>
            </a:xfrm>
            <a:custGeom>
              <a:avLst/>
              <a:gdLst/>
              <a:ahLst/>
              <a:cxnLst/>
              <a:rect l="l" t="t" r="r" b="b"/>
              <a:pathLst>
                <a:path w="7603490" h="4064635">
                  <a:moveTo>
                    <a:pt x="0" y="4064508"/>
                  </a:moveTo>
                  <a:lnTo>
                    <a:pt x="7603235" y="4064508"/>
                  </a:lnTo>
                  <a:lnTo>
                    <a:pt x="7603235" y="0"/>
                  </a:lnTo>
                  <a:lnTo>
                    <a:pt x="0" y="0"/>
                  </a:lnTo>
                  <a:lnTo>
                    <a:pt x="0" y="4064508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532636" y="1615566"/>
            <a:ext cx="2279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</a:t>
            </a:r>
            <a:endParaRPr sz="2000">
              <a:latin typeface="Wingdings" panose="05000000000000000000"/>
              <a:cs typeface="Wingdings" panose="0500000000000000000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88235" y="1614500"/>
            <a:ext cx="8642350" cy="343535"/>
            <a:chOff x="1888235" y="1614500"/>
            <a:chExt cx="8642350" cy="34353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8235" y="1614500"/>
              <a:ext cx="5593715" cy="3432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27696" y="1614500"/>
              <a:ext cx="509016" cy="34320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82204" y="1614500"/>
              <a:ext cx="1778380" cy="34320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06585" y="1614500"/>
              <a:ext cx="505968" cy="3432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59569" y="1614500"/>
              <a:ext cx="1270634" cy="3432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5647" y="1760677"/>
            <a:ext cx="2279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</a:t>
            </a:r>
            <a:endParaRPr sz="2000">
              <a:latin typeface="Wingdings" panose="05000000000000000000"/>
              <a:cs typeface="Wingdings" panose="0500000000000000000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11247" y="1759661"/>
            <a:ext cx="7117715" cy="343535"/>
            <a:chOff x="2611247" y="1759661"/>
            <a:chExt cx="7117715" cy="34353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11247" y="1759661"/>
              <a:ext cx="2799969" cy="3432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6580" y="1759661"/>
              <a:ext cx="4572127" cy="343204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3348" y="2661869"/>
            <a:ext cx="4267581" cy="44074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403348" y="3329940"/>
            <a:ext cx="8128634" cy="922655"/>
            <a:chOff x="2403348" y="3329940"/>
            <a:chExt cx="8128634" cy="92265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53640" y="3329940"/>
              <a:ext cx="924560" cy="3429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46120" y="3329940"/>
              <a:ext cx="164592" cy="3429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28416" y="3329940"/>
              <a:ext cx="397763" cy="3429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3592" y="3329940"/>
              <a:ext cx="164591" cy="3429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75888" y="3329940"/>
              <a:ext cx="2072259" cy="3429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29840" y="3662172"/>
              <a:ext cx="8001888" cy="30784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03348" y="3944061"/>
              <a:ext cx="914400" cy="308152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2458211" y="4518914"/>
            <a:ext cx="7497445" cy="640080"/>
            <a:chOff x="2458211" y="4518914"/>
            <a:chExt cx="7497445" cy="640080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58211" y="4518914"/>
              <a:ext cx="2577211" cy="3429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18201" y="4518914"/>
              <a:ext cx="164591" cy="3429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00497" y="4518914"/>
              <a:ext cx="397763" cy="3429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5673" y="4518914"/>
              <a:ext cx="164591" cy="3429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47969" y="4518914"/>
              <a:ext cx="4607179" cy="3429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14599" y="4851146"/>
              <a:ext cx="5487034" cy="307848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2458211" y="5402579"/>
            <a:ext cx="6887209" cy="640715"/>
            <a:chOff x="2458211" y="5402579"/>
            <a:chExt cx="6887209" cy="64071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58211" y="5402579"/>
              <a:ext cx="924560" cy="34320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0691" y="5402579"/>
              <a:ext cx="164592" cy="34320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32987" y="5402579"/>
              <a:ext cx="397763" cy="34320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8163" y="5402579"/>
              <a:ext cx="164591" cy="34320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80459" y="5402579"/>
              <a:ext cx="2335022" cy="34320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14599" y="5735421"/>
              <a:ext cx="2514980" cy="30784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00854" y="5735421"/>
              <a:ext cx="1632077" cy="30784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30950" y="5735421"/>
              <a:ext cx="1371980" cy="30784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74330" y="5735421"/>
              <a:ext cx="1870582" cy="307847"/>
            </a:xfrm>
            <a:prstGeom prst="rect">
              <a:avLst/>
            </a:prstGeom>
          </p:spPr>
        </p:pic>
      </p:grpSp>
      <p:sp>
        <p:nvSpPr>
          <p:cNvPr id="32" name="object 32"/>
          <p:cNvSpPr/>
          <p:nvPr/>
        </p:nvSpPr>
        <p:spPr>
          <a:xfrm>
            <a:off x="1389888" y="4396740"/>
            <a:ext cx="611505" cy="609600"/>
          </a:xfrm>
          <a:custGeom>
            <a:avLst/>
            <a:gdLst/>
            <a:ahLst/>
            <a:cxnLst/>
            <a:rect l="l" t="t" r="r" b="b"/>
            <a:pathLst>
              <a:path w="611505" h="609600">
                <a:moveTo>
                  <a:pt x="125603" y="305435"/>
                </a:moveTo>
                <a:lnTo>
                  <a:pt x="0" y="305435"/>
                </a:lnTo>
                <a:lnTo>
                  <a:pt x="0" y="575691"/>
                </a:lnTo>
                <a:lnTo>
                  <a:pt x="125603" y="575691"/>
                </a:lnTo>
                <a:lnTo>
                  <a:pt x="125603" y="305435"/>
                </a:lnTo>
                <a:close/>
              </a:path>
              <a:path w="611505" h="609600">
                <a:moveTo>
                  <a:pt x="294386" y="0"/>
                </a:moveTo>
                <a:lnTo>
                  <a:pt x="252773" y="7125"/>
                </a:lnTo>
                <a:lnTo>
                  <a:pt x="231711" y="41878"/>
                </a:lnTo>
                <a:lnTo>
                  <a:pt x="232312" y="58721"/>
                </a:lnTo>
                <a:lnTo>
                  <a:pt x="232326" y="59118"/>
                </a:lnTo>
                <a:lnTo>
                  <a:pt x="234823" y="79121"/>
                </a:lnTo>
                <a:lnTo>
                  <a:pt x="236860" y="94404"/>
                </a:lnTo>
                <a:lnTo>
                  <a:pt x="238744" y="111569"/>
                </a:lnTo>
                <a:lnTo>
                  <a:pt x="240127" y="130734"/>
                </a:lnTo>
                <a:lnTo>
                  <a:pt x="240572" y="148359"/>
                </a:lnTo>
                <a:lnTo>
                  <a:pt x="240664" y="152019"/>
                </a:lnTo>
                <a:lnTo>
                  <a:pt x="227685" y="215288"/>
                </a:lnTo>
                <a:lnTo>
                  <a:pt x="198913" y="265033"/>
                </a:lnTo>
                <a:lnTo>
                  <a:pt x="170049" y="297269"/>
                </a:lnTo>
                <a:lnTo>
                  <a:pt x="149987" y="313944"/>
                </a:lnTo>
                <a:lnTo>
                  <a:pt x="149987" y="564007"/>
                </a:lnTo>
                <a:lnTo>
                  <a:pt x="183634" y="586831"/>
                </a:lnTo>
                <a:lnTo>
                  <a:pt x="226483" y="597753"/>
                </a:lnTo>
                <a:lnTo>
                  <a:pt x="296234" y="606206"/>
                </a:lnTo>
                <a:lnTo>
                  <a:pt x="399414" y="609600"/>
                </a:lnTo>
                <a:lnTo>
                  <a:pt x="530225" y="609600"/>
                </a:lnTo>
                <a:lnTo>
                  <a:pt x="567563" y="601995"/>
                </a:lnTo>
                <a:lnTo>
                  <a:pt x="597086" y="576383"/>
                </a:lnTo>
                <a:lnTo>
                  <a:pt x="607694" y="540004"/>
                </a:lnTo>
                <a:lnTo>
                  <a:pt x="607085" y="531066"/>
                </a:lnTo>
                <a:lnTo>
                  <a:pt x="605297" y="522795"/>
                </a:lnTo>
                <a:lnTo>
                  <a:pt x="602390" y="515286"/>
                </a:lnTo>
                <a:lnTo>
                  <a:pt x="598424" y="508635"/>
                </a:lnTo>
                <a:lnTo>
                  <a:pt x="603783" y="500038"/>
                </a:lnTo>
                <a:lnTo>
                  <a:pt x="607774" y="489966"/>
                </a:lnTo>
                <a:lnTo>
                  <a:pt x="610264" y="478559"/>
                </a:lnTo>
                <a:lnTo>
                  <a:pt x="611124" y="465963"/>
                </a:lnTo>
                <a:lnTo>
                  <a:pt x="610266" y="453515"/>
                </a:lnTo>
                <a:lnTo>
                  <a:pt x="607790" y="442198"/>
                </a:lnTo>
                <a:lnTo>
                  <a:pt x="603837" y="432190"/>
                </a:lnTo>
                <a:lnTo>
                  <a:pt x="598551" y="423672"/>
                </a:lnTo>
                <a:lnTo>
                  <a:pt x="603837" y="415077"/>
                </a:lnTo>
                <a:lnTo>
                  <a:pt x="607790" y="405018"/>
                </a:lnTo>
                <a:lnTo>
                  <a:pt x="610266" y="393650"/>
                </a:lnTo>
                <a:lnTo>
                  <a:pt x="611124" y="381127"/>
                </a:lnTo>
                <a:lnTo>
                  <a:pt x="610264" y="368585"/>
                </a:lnTo>
                <a:lnTo>
                  <a:pt x="607774" y="357187"/>
                </a:lnTo>
                <a:lnTo>
                  <a:pt x="603783" y="347122"/>
                </a:lnTo>
                <a:lnTo>
                  <a:pt x="598424" y="338582"/>
                </a:lnTo>
                <a:lnTo>
                  <a:pt x="602390" y="331928"/>
                </a:lnTo>
                <a:lnTo>
                  <a:pt x="605297" y="324405"/>
                </a:lnTo>
                <a:lnTo>
                  <a:pt x="607085" y="316097"/>
                </a:lnTo>
                <a:lnTo>
                  <a:pt x="607694" y="307086"/>
                </a:lnTo>
                <a:lnTo>
                  <a:pt x="606460" y="294413"/>
                </a:lnTo>
                <a:lnTo>
                  <a:pt x="580195" y="252672"/>
                </a:lnTo>
                <a:lnTo>
                  <a:pt x="530225" y="237617"/>
                </a:lnTo>
                <a:lnTo>
                  <a:pt x="439547" y="237617"/>
                </a:lnTo>
                <a:lnTo>
                  <a:pt x="410045" y="237025"/>
                </a:lnTo>
                <a:lnTo>
                  <a:pt x="389175" y="235553"/>
                </a:lnTo>
                <a:lnTo>
                  <a:pt x="375521" y="233652"/>
                </a:lnTo>
                <a:lnTo>
                  <a:pt x="367664" y="231775"/>
                </a:lnTo>
                <a:lnTo>
                  <a:pt x="367792" y="231267"/>
                </a:lnTo>
                <a:lnTo>
                  <a:pt x="368045" y="230632"/>
                </a:lnTo>
                <a:lnTo>
                  <a:pt x="373148" y="215532"/>
                </a:lnTo>
                <a:lnTo>
                  <a:pt x="373231" y="215288"/>
                </a:lnTo>
                <a:lnTo>
                  <a:pt x="378507" y="190087"/>
                </a:lnTo>
                <a:lnTo>
                  <a:pt x="382712" y="148359"/>
                </a:lnTo>
                <a:lnTo>
                  <a:pt x="384429" y="84201"/>
                </a:lnTo>
                <a:lnTo>
                  <a:pt x="380441" y="59118"/>
                </a:lnTo>
                <a:lnTo>
                  <a:pt x="380378" y="58721"/>
                </a:lnTo>
                <a:lnTo>
                  <a:pt x="366125" y="31146"/>
                </a:lnTo>
                <a:lnTo>
                  <a:pt x="338512" y="9048"/>
                </a:lnTo>
                <a:lnTo>
                  <a:pt x="294386" y="0"/>
                </a:lnTo>
                <a:close/>
              </a:path>
            </a:pathLst>
          </a:custGeom>
          <a:solidFill>
            <a:srgbClr val="EBBD8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61669" y="813561"/>
            <a:ext cx="2476880" cy="661415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35" name="object 35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44494" y="1476705"/>
            <a:ext cx="5848350" cy="648970"/>
            <a:chOff x="3444494" y="1476705"/>
            <a:chExt cx="5848350" cy="64897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444494" y="1476705"/>
              <a:ext cx="4324096" cy="3432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4209" y="1476705"/>
              <a:ext cx="761237" cy="3432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4494" y="1782191"/>
              <a:ext cx="2036445" cy="3429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6430" y="1782191"/>
              <a:ext cx="509015" cy="3429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0939" y="1782191"/>
              <a:ext cx="1270635" cy="3429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97701" y="1782191"/>
              <a:ext cx="509016" cy="3429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2209" y="1782191"/>
              <a:ext cx="2540380" cy="3429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088894" y="1477721"/>
            <a:ext cx="227965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</a:t>
            </a:r>
            <a:endParaRPr sz="200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</a:t>
            </a:r>
            <a:endParaRPr sz="2000">
              <a:latin typeface="Wingdings" panose="05000000000000000000"/>
              <a:cs typeface="Wingdings" panose="0500000000000000000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81427" y="2250948"/>
            <a:ext cx="7672070" cy="4206240"/>
            <a:chOff x="2281427" y="2250948"/>
            <a:chExt cx="7672070" cy="420624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01239" y="2270760"/>
              <a:ext cx="7632192" cy="416661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291333" y="2260854"/>
              <a:ext cx="7652384" cy="4186554"/>
            </a:xfrm>
            <a:custGeom>
              <a:avLst/>
              <a:gdLst/>
              <a:ahLst/>
              <a:cxnLst/>
              <a:rect l="l" t="t" r="r" b="b"/>
              <a:pathLst>
                <a:path w="7652384" h="4186554">
                  <a:moveTo>
                    <a:pt x="0" y="4186428"/>
                  </a:moveTo>
                  <a:lnTo>
                    <a:pt x="7652004" y="4186428"/>
                  </a:lnTo>
                  <a:lnTo>
                    <a:pt x="7652004" y="0"/>
                  </a:lnTo>
                  <a:lnTo>
                    <a:pt x="0" y="0"/>
                  </a:lnTo>
                  <a:lnTo>
                    <a:pt x="0" y="4186428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1669" y="813561"/>
            <a:ext cx="2476880" cy="66141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16" name="object 16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845684" y="3017266"/>
            <a:ext cx="4572762" cy="132308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038855" y="2938272"/>
            <a:ext cx="6264275" cy="1905"/>
          </a:xfrm>
          <a:custGeom>
            <a:avLst/>
            <a:gdLst/>
            <a:ahLst/>
            <a:cxnLst/>
            <a:rect l="l" t="t" r="r" b="b"/>
            <a:pathLst>
              <a:path w="6264275" h="1905">
                <a:moveTo>
                  <a:pt x="0" y="0"/>
                </a:moveTo>
                <a:lnTo>
                  <a:pt x="6264275" y="1650"/>
                </a:lnTo>
              </a:path>
            </a:pathLst>
          </a:custGeom>
          <a:ln w="9144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38855" y="4524755"/>
            <a:ext cx="6264275" cy="3175"/>
          </a:xfrm>
          <a:custGeom>
            <a:avLst/>
            <a:gdLst/>
            <a:ahLst/>
            <a:cxnLst/>
            <a:rect l="l" t="t" r="r" b="b"/>
            <a:pathLst>
              <a:path w="6264275" h="3175">
                <a:moveTo>
                  <a:pt x="0" y="0"/>
                </a:moveTo>
                <a:lnTo>
                  <a:pt x="6264275" y="3175"/>
                </a:lnTo>
              </a:path>
            </a:pathLst>
          </a:custGeom>
          <a:ln w="9144">
            <a:solidFill>
              <a:srgbClr val="EBBD8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38855" y="3046476"/>
            <a:ext cx="1190625" cy="1391920"/>
          </a:xfrm>
          <a:custGeom>
            <a:avLst/>
            <a:gdLst/>
            <a:ahLst/>
            <a:cxnLst/>
            <a:rect l="l" t="t" r="r" b="b"/>
            <a:pathLst>
              <a:path w="1190625" h="1391920">
                <a:moveTo>
                  <a:pt x="2412" y="240029"/>
                </a:moveTo>
                <a:lnTo>
                  <a:pt x="0" y="240029"/>
                </a:lnTo>
                <a:lnTo>
                  <a:pt x="0" y="1391412"/>
                </a:lnTo>
                <a:lnTo>
                  <a:pt x="1186688" y="1391412"/>
                </a:lnTo>
                <a:lnTo>
                  <a:pt x="1186688" y="371983"/>
                </a:lnTo>
                <a:lnTo>
                  <a:pt x="2412" y="371983"/>
                </a:lnTo>
                <a:lnTo>
                  <a:pt x="2412" y="240029"/>
                </a:lnTo>
                <a:close/>
              </a:path>
              <a:path w="1190625" h="1391920">
                <a:moveTo>
                  <a:pt x="287401" y="240029"/>
                </a:moveTo>
                <a:lnTo>
                  <a:pt x="128777" y="240029"/>
                </a:lnTo>
                <a:lnTo>
                  <a:pt x="128777" y="371983"/>
                </a:lnTo>
                <a:lnTo>
                  <a:pt x="264541" y="371983"/>
                </a:lnTo>
                <a:lnTo>
                  <a:pt x="287401" y="240029"/>
                </a:lnTo>
                <a:close/>
              </a:path>
              <a:path w="1190625" h="1391920">
                <a:moveTo>
                  <a:pt x="447802" y="305181"/>
                </a:moveTo>
                <a:lnTo>
                  <a:pt x="402717" y="305181"/>
                </a:lnTo>
                <a:lnTo>
                  <a:pt x="395096" y="371983"/>
                </a:lnTo>
                <a:lnTo>
                  <a:pt x="454659" y="371983"/>
                </a:lnTo>
                <a:lnTo>
                  <a:pt x="447802" y="305181"/>
                </a:lnTo>
                <a:close/>
              </a:path>
              <a:path w="1190625" h="1391920">
                <a:moveTo>
                  <a:pt x="604393" y="240029"/>
                </a:moveTo>
                <a:lnTo>
                  <a:pt x="558038" y="240029"/>
                </a:lnTo>
                <a:lnTo>
                  <a:pt x="583565" y="371983"/>
                </a:lnTo>
                <a:lnTo>
                  <a:pt x="604393" y="371983"/>
                </a:lnTo>
                <a:lnTo>
                  <a:pt x="604393" y="240029"/>
                </a:lnTo>
                <a:close/>
              </a:path>
              <a:path w="1190625" h="1391920">
                <a:moveTo>
                  <a:pt x="768477" y="240029"/>
                </a:moveTo>
                <a:lnTo>
                  <a:pt x="730631" y="240029"/>
                </a:lnTo>
                <a:lnTo>
                  <a:pt x="730631" y="371983"/>
                </a:lnTo>
                <a:lnTo>
                  <a:pt x="768984" y="371983"/>
                </a:lnTo>
                <a:lnTo>
                  <a:pt x="768984" y="248412"/>
                </a:lnTo>
                <a:lnTo>
                  <a:pt x="768477" y="240029"/>
                </a:lnTo>
                <a:close/>
              </a:path>
              <a:path w="1190625" h="1391920">
                <a:moveTo>
                  <a:pt x="989076" y="240029"/>
                </a:moveTo>
                <a:lnTo>
                  <a:pt x="885444" y="240029"/>
                </a:lnTo>
                <a:lnTo>
                  <a:pt x="886206" y="273938"/>
                </a:lnTo>
                <a:lnTo>
                  <a:pt x="886206" y="371983"/>
                </a:lnTo>
                <a:lnTo>
                  <a:pt x="989076" y="371983"/>
                </a:lnTo>
                <a:lnTo>
                  <a:pt x="989076" y="240029"/>
                </a:lnTo>
                <a:close/>
              </a:path>
              <a:path w="1190625" h="1391920">
                <a:moveTo>
                  <a:pt x="1186688" y="240029"/>
                </a:moveTo>
                <a:lnTo>
                  <a:pt x="1115314" y="240029"/>
                </a:lnTo>
                <a:lnTo>
                  <a:pt x="1115314" y="371983"/>
                </a:lnTo>
                <a:lnTo>
                  <a:pt x="1186688" y="371983"/>
                </a:lnTo>
                <a:lnTo>
                  <a:pt x="1186688" y="240029"/>
                </a:lnTo>
                <a:close/>
              </a:path>
              <a:path w="1190625" h="1391920">
                <a:moveTo>
                  <a:pt x="129667" y="0"/>
                </a:moveTo>
                <a:lnTo>
                  <a:pt x="2412" y="0"/>
                </a:lnTo>
                <a:lnTo>
                  <a:pt x="2412" y="240029"/>
                </a:lnTo>
                <a:lnTo>
                  <a:pt x="128777" y="240029"/>
                </a:lnTo>
                <a:lnTo>
                  <a:pt x="128777" y="222250"/>
                </a:lnTo>
                <a:lnTo>
                  <a:pt x="162560" y="222250"/>
                </a:lnTo>
                <a:lnTo>
                  <a:pt x="215852" y="217320"/>
                </a:lnTo>
                <a:lnTo>
                  <a:pt x="251266" y="202836"/>
                </a:lnTo>
                <a:lnTo>
                  <a:pt x="272065" y="167306"/>
                </a:lnTo>
                <a:lnTo>
                  <a:pt x="273159" y="158623"/>
                </a:lnTo>
                <a:lnTo>
                  <a:pt x="134111" y="158623"/>
                </a:lnTo>
                <a:lnTo>
                  <a:pt x="128777" y="158241"/>
                </a:lnTo>
                <a:lnTo>
                  <a:pt x="128777" y="63626"/>
                </a:lnTo>
                <a:lnTo>
                  <a:pt x="271880" y="63626"/>
                </a:lnTo>
                <a:lnTo>
                  <a:pt x="271660" y="61956"/>
                </a:lnTo>
                <a:lnTo>
                  <a:pt x="250570" y="24129"/>
                </a:lnTo>
                <a:lnTo>
                  <a:pt x="208914" y="6223"/>
                </a:lnTo>
                <a:lnTo>
                  <a:pt x="153925" y="400"/>
                </a:lnTo>
                <a:lnTo>
                  <a:pt x="129667" y="0"/>
                </a:lnTo>
                <a:close/>
              </a:path>
              <a:path w="1190625" h="1391920">
                <a:moveTo>
                  <a:pt x="511429" y="0"/>
                </a:moveTo>
                <a:lnTo>
                  <a:pt x="328930" y="0"/>
                </a:lnTo>
                <a:lnTo>
                  <a:pt x="287401" y="240029"/>
                </a:lnTo>
                <a:lnTo>
                  <a:pt x="558038" y="240029"/>
                </a:lnTo>
                <a:lnTo>
                  <a:pt x="557865" y="239140"/>
                </a:lnTo>
                <a:lnTo>
                  <a:pt x="401066" y="239140"/>
                </a:lnTo>
                <a:lnTo>
                  <a:pt x="404391" y="211327"/>
                </a:lnTo>
                <a:lnTo>
                  <a:pt x="409586" y="175662"/>
                </a:lnTo>
                <a:lnTo>
                  <a:pt x="416585" y="132770"/>
                </a:lnTo>
                <a:lnTo>
                  <a:pt x="425322" y="82931"/>
                </a:lnTo>
                <a:lnTo>
                  <a:pt x="527532" y="82931"/>
                </a:lnTo>
                <a:lnTo>
                  <a:pt x="511506" y="400"/>
                </a:lnTo>
                <a:lnTo>
                  <a:pt x="511429" y="0"/>
                </a:lnTo>
                <a:close/>
              </a:path>
              <a:path w="1190625" h="1391920">
                <a:moveTo>
                  <a:pt x="693673" y="0"/>
                </a:moveTo>
                <a:lnTo>
                  <a:pt x="604393" y="0"/>
                </a:lnTo>
                <a:lnTo>
                  <a:pt x="604393" y="240029"/>
                </a:lnTo>
                <a:lnTo>
                  <a:pt x="730631" y="240029"/>
                </a:lnTo>
                <a:lnTo>
                  <a:pt x="730631" y="204215"/>
                </a:lnTo>
                <a:lnTo>
                  <a:pt x="874007" y="204215"/>
                </a:lnTo>
                <a:lnTo>
                  <a:pt x="833828" y="181742"/>
                </a:lnTo>
                <a:lnTo>
                  <a:pt x="816609" y="177926"/>
                </a:lnTo>
                <a:lnTo>
                  <a:pt x="835642" y="175662"/>
                </a:lnTo>
                <a:lnTo>
                  <a:pt x="872235" y="159893"/>
                </a:lnTo>
                <a:lnTo>
                  <a:pt x="879771" y="146431"/>
                </a:lnTo>
                <a:lnTo>
                  <a:pt x="730631" y="146431"/>
                </a:lnTo>
                <a:lnTo>
                  <a:pt x="730631" y="63626"/>
                </a:lnTo>
                <a:lnTo>
                  <a:pt x="881861" y="63626"/>
                </a:lnTo>
                <a:lnTo>
                  <a:pt x="881237" y="60452"/>
                </a:lnTo>
                <a:lnTo>
                  <a:pt x="855602" y="22479"/>
                </a:lnTo>
                <a:lnTo>
                  <a:pt x="814705" y="5334"/>
                </a:lnTo>
                <a:lnTo>
                  <a:pt x="768667" y="1333"/>
                </a:lnTo>
                <a:lnTo>
                  <a:pt x="737086" y="400"/>
                </a:lnTo>
                <a:lnTo>
                  <a:pt x="743125" y="400"/>
                </a:lnTo>
                <a:lnTo>
                  <a:pt x="693673" y="0"/>
                </a:lnTo>
                <a:close/>
              </a:path>
              <a:path w="1190625" h="1391920">
                <a:moveTo>
                  <a:pt x="874007" y="204215"/>
                </a:moveTo>
                <a:lnTo>
                  <a:pt x="730631" y="204215"/>
                </a:lnTo>
                <a:lnTo>
                  <a:pt x="742422" y="204666"/>
                </a:lnTo>
                <a:lnTo>
                  <a:pt x="751713" y="206009"/>
                </a:lnTo>
                <a:lnTo>
                  <a:pt x="768420" y="239140"/>
                </a:lnTo>
                <a:lnTo>
                  <a:pt x="768477" y="240029"/>
                </a:lnTo>
                <a:lnTo>
                  <a:pt x="885444" y="240029"/>
                </a:lnTo>
                <a:lnTo>
                  <a:pt x="885444" y="237616"/>
                </a:lnTo>
                <a:lnTo>
                  <a:pt x="877474" y="208422"/>
                </a:lnTo>
                <a:lnTo>
                  <a:pt x="874007" y="204215"/>
                </a:lnTo>
                <a:close/>
              </a:path>
              <a:path w="1190625" h="1391920">
                <a:moveTo>
                  <a:pt x="1115314" y="74422"/>
                </a:moveTo>
                <a:lnTo>
                  <a:pt x="989076" y="74422"/>
                </a:lnTo>
                <a:lnTo>
                  <a:pt x="989076" y="240029"/>
                </a:lnTo>
                <a:lnTo>
                  <a:pt x="1115314" y="240029"/>
                </a:lnTo>
                <a:lnTo>
                  <a:pt x="1115314" y="74422"/>
                </a:lnTo>
                <a:close/>
              </a:path>
              <a:path w="1190625" h="1391920">
                <a:moveTo>
                  <a:pt x="527532" y="82931"/>
                </a:moveTo>
                <a:lnTo>
                  <a:pt x="425322" y="82931"/>
                </a:lnTo>
                <a:lnTo>
                  <a:pt x="430105" y="127573"/>
                </a:lnTo>
                <a:lnTo>
                  <a:pt x="434911" y="168513"/>
                </a:lnTo>
                <a:lnTo>
                  <a:pt x="439717" y="205714"/>
                </a:lnTo>
                <a:lnTo>
                  <a:pt x="444499" y="239140"/>
                </a:lnTo>
                <a:lnTo>
                  <a:pt x="557865" y="239140"/>
                </a:lnTo>
                <a:lnTo>
                  <a:pt x="527532" y="82931"/>
                </a:lnTo>
                <a:close/>
              </a:path>
              <a:path w="1190625" h="1391920">
                <a:moveTo>
                  <a:pt x="271880" y="63626"/>
                </a:moveTo>
                <a:lnTo>
                  <a:pt x="128777" y="63626"/>
                </a:lnTo>
                <a:lnTo>
                  <a:pt x="140017" y="63984"/>
                </a:lnTo>
                <a:lnTo>
                  <a:pt x="149161" y="65055"/>
                </a:lnTo>
                <a:lnTo>
                  <a:pt x="168910" y="94234"/>
                </a:lnTo>
                <a:lnTo>
                  <a:pt x="168910" y="124713"/>
                </a:lnTo>
                <a:lnTo>
                  <a:pt x="168564" y="132413"/>
                </a:lnTo>
                <a:lnTo>
                  <a:pt x="168483" y="134213"/>
                </a:lnTo>
                <a:lnTo>
                  <a:pt x="149606" y="158623"/>
                </a:lnTo>
                <a:lnTo>
                  <a:pt x="273159" y="158623"/>
                </a:lnTo>
                <a:lnTo>
                  <a:pt x="273851" y="153124"/>
                </a:lnTo>
                <a:lnTo>
                  <a:pt x="273940" y="150659"/>
                </a:lnTo>
                <a:lnTo>
                  <a:pt x="274039" y="147877"/>
                </a:lnTo>
                <a:lnTo>
                  <a:pt x="274132" y="145288"/>
                </a:lnTo>
                <a:lnTo>
                  <a:pt x="274252" y="141938"/>
                </a:lnTo>
                <a:lnTo>
                  <a:pt x="274379" y="138404"/>
                </a:lnTo>
                <a:lnTo>
                  <a:pt x="274398" y="101600"/>
                </a:lnTo>
                <a:lnTo>
                  <a:pt x="271927" y="63984"/>
                </a:lnTo>
                <a:lnTo>
                  <a:pt x="271880" y="63626"/>
                </a:lnTo>
                <a:close/>
              </a:path>
              <a:path w="1190625" h="1391920">
                <a:moveTo>
                  <a:pt x="881861" y="63626"/>
                </a:moveTo>
                <a:lnTo>
                  <a:pt x="730631" y="63626"/>
                </a:lnTo>
                <a:lnTo>
                  <a:pt x="740689" y="63984"/>
                </a:lnTo>
                <a:lnTo>
                  <a:pt x="749122" y="65055"/>
                </a:lnTo>
                <a:lnTo>
                  <a:pt x="755868" y="66841"/>
                </a:lnTo>
                <a:lnTo>
                  <a:pt x="760925" y="69341"/>
                </a:lnTo>
                <a:lnTo>
                  <a:pt x="766191" y="72771"/>
                </a:lnTo>
                <a:lnTo>
                  <a:pt x="768984" y="80645"/>
                </a:lnTo>
                <a:lnTo>
                  <a:pt x="768984" y="112775"/>
                </a:lnTo>
                <a:lnTo>
                  <a:pt x="768557" y="121477"/>
                </a:lnTo>
                <a:lnTo>
                  <a:pt x="768439" y="123874"/>
                </a:lnTo>
                <a:lnTo>
                  <a:pt x="730631" y="146431"/>
                </a:lnTo>
                <a:lnTo>
                  <a:pt x="879771" y="146431"/>
                </a:lnTo>
                <a:lnTo>
                  <a:pt x="882697" y="137842"/>
                </a:lnTo>
                <a:lnTo>
                  <a:pt x="885326" y="121477"/>
                </a:lnTo>
                <a:lnTo>
                  <a:pt x="886093" y="104139"/>
                </a:lnTo>
                <a:lnTo>
                  <a:pt x="886206" y="101600"/>
                </a:lnTo>
                <a:lnTo>
                  <a:pt x="885034" y="80645"/>
                </a:lnTo>
                <a:lnTo>
                  <a:pt x="884965" y="79406"/>
                </a:lnTo>
                <a:lnTo>
                  <a:pt x="881931" y="63984"/>
                </a:lnTo>
                <a:lnTo>
                  <a:pt x="881861" y="63626"/>
                </a:lnTo>
                <a:close/>
              </a:path>
              <a:path w="1190625" h="1391920">
                <a:moveTo>
                  <a:pt x="1190244" y="0"/>
                </a:moveTo>
                <a:lnTo>
                  <a:pt x="914399" y="0"/>
                </a:lnTo>
                <a:lnTo>
                  <a:pt x="914399" y="74422"/>
                </a:lnTo>
                <a:lnTo>
                  <a:pt x="1190244" y="74422"/>
                </a:lnTo>
                <a:lnTo>
                  <a:pt x="1190244" y="0"/>
                </a:lnTo>
                <a:close/>
              </a:path>
            </a:pathLst>
          </a:custGeom>
          <a:solidFill>
            <a:srgbClr val="EBBD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31057" y="3371799"/>
            <a:ext cx="10083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25" dirty="0">
                <a:solidFill>
                  <a:srgbClr val="FFFFFF"/>
                </a:solidFill>
                <a:latin typeface="Impact" panose="020B0806030902050204"/>
                <a:cs typeface="Impact" panose="020B0806030902050204"/>
              </a:rPr>
              <a:t>05</a:t>
            </a:r>
            <a:endParaRPr sz="7200">
              <a:latin typeface="Impact" panose="020B0806030902050204"/>
              <a:cs typeface="Impact" panose="020B080603090205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20011" y="2686811"/>
            <a:ext cx="8392795" cy="1537970"/>
          </a:xfrm>
          <a:custGeom>
            <a:avLst/>
            <a:gdLst/>
            <a:ahLst/>
            <a:cxnLst/>
            <a:rect l="l" t="t" r="r" b="b"/>
            <a:pathLst>
              <a:path w="8392795" h="1537970">
                <a:moveTo>
                  <a:pt x="0" y="1537715"/>
                </a:moveTo>
                <a:lnTo>
                  <a:pt x="8392668" y="1537715"/>
                </a:lnTo>
                <a:lnTo>
                  <a:pt x="8392668" y="0"/>
                </a:lnTo>
                <a:lnTo>
                  <a:pt x="0" y="0"/>
                </a:lnTo>
                <a:lnTo>
                  <a:pt x="0" y="1537715"/>
                </a:lnTo>
                <a:close/>
              </a:path>
            </a:pathLst>
          </a:custGeom>
          <a:ln w="12192">
            <a:solidFill>
              <a:srgbClr val="EBBD8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1669" y="824230"/>
            <a:ext cx="3382137" cy="64312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25552" y="859536"/>
            <a:ext cx="546100" cy="498475"/>
            <a:chOff x="225552" y="859536"/>
            <a:chExt cx="546100" cy="498475"/>
          </a:xfrm>
        </p:grpSpPr>
        <p:sp>
          <p:nvSpPr>
            <p:cNvPr id="5" name="object 5"/>
            <p:cNvSpPr/>
            <p:nvPr/>
          </p:nvSpPr>
          <p:spPr>
            <a:xfrm>
              <a:off x="246888" y="1103376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25552" y="859536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6264" y="3096767"/>
            <a:ext cx="720851" cy="6385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2980" y="2887979"/>
            <a:ext cx="826007" cy="9768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6232" y="2686811"/>
            <a:ext cx="1833371" cy="146761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37432" y="2887979"/>
            <a:ext cx="1348739" cy="108204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58967" y="3115055"/>
            <a:ext cx="1376171" cy="55168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901" y="657301"/>
            <a:ext cx="44837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285" dirty="0">
                <a:latin typeface="微软雅黑"/>
                <a:cs typeface="微软雅黑"/>
              </a:rPr>
              <a:t>公司主营产品关键词</a:t>
            </a:r>
            <a:endParaRPr sz="3600">
              <a:latin typeface="微软雅黑"/>
              <a:cs typeface="微软雅黑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77467" y="1626107"/>
            <a:ext cx="6031991" cy="4191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86573" y="1903603"/>
            <a:ext cx="275526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·</a:t>
            </a:r>
            <a:r>
              <a:rPr sz="2400" b="1" spc="-5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400" b="1" spc="210" dirty="0">
                <a:solidFill>
                  <a:srgbClr val="FFFFFF"/>
                </a:solidFill>
                <a:latin typeface="微软雅黑"/>
                <a:cs typeface="微软雅黑"/>
              </a:rPr>
              <a:t>尽量填满</a:t>
            </a:r>
            <a:r>
              <a:rPr sz="2400" b="1" spc="19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10</a:t>
            </a:r>
            <a:r>
              <a:rPr sz="2400" b="1" spc="-50" dirty="0">
                <a:solidFill>
                  <a:srgbClr val="FFFFFF"/>
                </a:solidFill>
                <a:latin typeface="微软雅黑"/>
                <a:cs typeface="微软雅黑"/>
              </a:rPr>
              <a:t>个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b="1" spc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·</a:t>
            </a:r>
            <a:r>
              <a:rPr sz="2400" b="1" spc="-5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400" b="1" spc="215" dirty="0">
                <a:solidFill>
                  <a:srgbClr val="FFFFFF"/>
                </a:solidFill>
                <a:latin typeface="微软雅黑"/>
                <a:cs typeface="微软雅黑"/>
              </a:rPr>
              <a:t>前</a:t>
            </a:r>
            <a:r>
              <a:rPr sz="2400" b="1" spc="19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3</a:t>
            </a:r>
            <a:r>
              <a:rPr sz="2400" b="1" spc="204" dirty="0">
                <a:solidFill>
                  <a:srgbClr val="FFFFFF"/>
                </a:solidFill>
                <a:latin typeface="微软雅黑"/>
                <a:cs typeface="微软雅黑"/>
              </a:rPr>
              <a:t>个比较重要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b="1" spc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·</a:t>
            </a:r>
            <a:r>
              <a:rPr sz="2400" b="1" spc="-55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400" b="1" spc="210" dirty="0">
                <a:solidFill>
                  <a:srgbClr val="FFFFFF"/>
                </a:solidFill>
                <a:latin typeface="微软雅黑"/>
                <a:cs typeface="微软雅黑"/>
              </a:rPr>
              <a:t>及时更新</a:t>
            </a:r>
            <a:r>
              <a:rPr sz="2400" b="1" spc="19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AR</a:t>
            </a:r>
            <a:r>
              <a:rPr sz="2400" b="1" spc="190" dirty="0">
                <a:solidFill>
                  <a:srgbClr val="FFFFFF"/>
                </a:solidFill>
                <a:latin typeface="微软雅黑"/>
                <a:cs typeface="微软雅黑"/>
              </a:rPr>
              <a:t>报告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955" y="2295144"/>
            <a:ext cx="9817608" cy="313051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62760" y="4257294"/>
            <a:ext cx="309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01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00827" y="3551935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03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37475" y="3866769"/>
            <a:ext cx="309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04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20997" y="4667758"/>
            <a:ext cx="309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02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1212" y="2007949"/>
            <a:ext cx="82041" cy="822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161780" y="2594863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05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30326" y="2564892"/>
            <a:ext cx="3198495" cy="980440"/>
            <a:chOff x="630326" y="2564892"/>
            <a:chExt cx="3198495" cy="98044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326" y="2564892"/>
              <a:ext cx="1829181" cy="4404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5878" y="3236976"/>
              <a:ext cx="2972435" cy="30784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17626" y="3236467"/>
            <a:ext cx="251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</a:t>
            </a:r>
            <a:endParaRPr sz="180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</a:t>
            </a:r>
            <a:endParaRPr sz="1800">
              <a:latin typeface="Wingdings" panose="05000000000000000000"/>
              <a:cs typeface="Wingdings" panose="0500000000000000000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5878" y="2219909"/>
            <a:ext cx="4389755" cy="1599565"/>
            <a:chOff x="855878" y="2219909"/>
            <a:chExt cx="4389755" cy="159956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5878" y="3511296"/>
              <a:ext cx="1143381" cy="30784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21607" y="2219909"/>
              <a:ext cx="1524000" cy="44074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708908" y="2616784"/>
            <a:ext cx="251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</a:t>
            </a:r>
            <a:endParaRPr sz="1800">
              <a:latin typeface="Wingdings" panose="05000000000000000000"/>
              <a:cs typeface="Wingdings" panose="05000000000000000000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721608" y="2617292"/>
            <a:ext cx="3407410" cy="2600960"/>
            <a:chOff x="3721608" y="2617292"/>
            <a:chExt cx="3407410" cy="260096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47160" y="2617292"/>
              <a:ext cx="1828800" cy="30815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21608" y="2892297"/>
              <a:ext cx="2057400" cy="30784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99583" y="4237989"/>
              <a:ext cx="1829181" cy="44043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25135" y="4635449"/>
              <a:ext cx="1371981" cy="58272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286883" y="4634941"/>
            <a:ext cx="2514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</a:t>
            </a:r>
            <a:endParaRPr sz="180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</a:t>
            </a:r>
            <a:endParaRPr sz="1800">
              <a:latin typeface="Wingdings" panose="05000000000000000000"/>
              <a:cs typeface="Wingdings" panose="05000000000000000000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698615" y="1979422"/>
            <a:ext cx="1524000" cy="44043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685915" y="2376678"/>
            <a:ext cx="251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</a:t>
            </a:r>
            <a:endParaRPr sz="1800">
              <a:latin typeface="Wingdings" panose="05000000000000000000"/>
              <a:cs typeface="Wingdings" panose="05000000000000000000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470657" y="2377185"/>
            <a:ext cx="6572250" cy="3582035"/>
            <a:chOff x="2470657" y="2377185"/>
            <a:chExt cx="6572250" cy="3582035"/>
          </a:xfrm>
        </p:grpSpPr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85126" y="2377185"/>
              <a:ext cx="2057780" cy="30784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70657" y="5252618"/>
              <a:ext cx="1524381" cy="44074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96209" y="5650991"/>
              <a:ext cx="3201035" cy="30784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2457957" y="5650483"/>
            <a:ext cx="251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</a:t>
            </a:r>
            <a:endParaRPr sz="180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</a:t>
            </a:r>
            <a:endParaRPr sz="1800">
              <a:latin typeface="Wingdings" panose="05000000000000000000"/>
              <a:cs typeface="Wingdings" panose="05000000000000000000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25552" y="403002"/>
            <a:ext cx="11966575" cy="5830570"/>
            <a:chOff x="225552" y="403002"/>
            <a:chExt cx="11966575" cy="5830570"/>
          </a:xfrm>
        </p:grpSpPr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96209" y="5925312"/>
              <a:ext cx="2972435" cy="30784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765505" y="403002"/>
              <a:ext cx="3391625" cy="231264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61669" y="813561"/>
              <a:ext cx="3467862" cy="66141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46888" y="1103375"/>
              <a:ext cx="353695" cy="238125"/>
            </a:xfrm>
            <a:custGeom>
              <a:avLst/>
              <a:gdLst/>
              <a:ahLst/>
              <a:cxnLst/>
              <a:rect l="l" t="t" r="r" b="b"/>
              <a:pathLst>
                <a:path w="353695" h="238125">
                  <a:moveTo>
                    <a:pt x="182181" y="0"/>
                  </a:moveTo>
                  <a:lnTo>
                    <a:pt x="0" y="237744"/>
                  </a:lnTo>
                  <a:lnTo>
                    <a:pt x="353568" y="237744"/>
                  </a:lnTo>
                  <a:lnTo>
                    <a:pt x="182181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25552" y="859535"/>
              <a:ext cx="546100" cy="498475"/>
            </a:xfrm>
            <a:custGeom>
              <a:avLst/>
              <a:gdLst/>
              <a:ahLst/>
              <a:cxnLst/>
              <a:rect l="l" t="t" r="r" b="b"/>
              <a:pathLst>
                <a:path w="546100" h="498475">
                  <a:moveTo>
                    <a:pt x="363727" y="0"/>
                  </a:moveTo>
                  <a:lnTo>
                    <a:pt x="0" y="0"/>
                  </a:lnTo>
                  <a:lnTo>
                    <a:pt x="363727" y="498348"/>
                  </a:lnTo>
                  <a:lnTo>
                    <a:pt x="545591" y="249174"/>
                  </a:lnTo>
                  <a:lnTo>
                    <a:pt x="363727" y="0"/>
                  </a:lnTo>
                  <a:close/>
                </a:path>
              </a:pathLst>
            </a:custGeom>
            <a:solidFill>
              <a:srgbClr val="1F93C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361678" y="3206495"/>
              <a:ext cx="2830322" cy="44043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587230" y="3604209"/>
              <a:ext cx="1143380" cy="30815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501883" y="3604209"/>
              <a:ext cx="356616" cy="30815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739628" y="3604209"/>
              <a:ext cx="457200" cy="308152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348978" y="3603752"/>
            <a:ext cx="2514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</a:t>
            </a:r>
            <a:endParaRPr sz="180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Wingdings" panose="05000000000000000000"/>
                <a:cs typeface="Wingdings" panose="05000000000000000000"/>
              </a:rPr>
              <a:t></a:t>
            </a:r>
            <a:endParaRPr sz="1800">
              <a:latin typeface="Wingdings" panose="05000000000000000000"/>
              <a:cs typeface="Wingdings" panose="05000000000000000000"/>
            </a:endParaRPr>
          </a:p>
        </p:txBody>
      </p:sp>
      <p:pic>
        <p:nvPicPr>
          <p:cNvPr id="41" name="object 4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587230" y="3878275"/>
            <a:ext cx="1600580" cy="30815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78507" y="2626867"/>
            <a:ext cx="34937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1065" dirty="0">
                <a:solidFill>
                  <a:srgbClr val="FFFFFF"/>
                </a:solidFill>
                <a:latin typeface="微软雅黑"/>
                <a:cs typeface="微软雅黑"/>
              </a:rPr>
              <a:t>选择</a:t>
            </a:r>
            <a:r>
              <a:rPr sz="6000" b="1" spc="-930" dirty="0">
                <a:solidFill>
                  <a:srgbClr val="FFFFFF"/>
                </a:solidFill>
                <a:latin typeface="微软雅黑"/>
                <a:cs typeface="微软雅黑"/>
              </a:rPr>
              <a:t>M</a:t>
            </a:r>
            <a:r>
              <a:rPr sz="6000" b="1" spc="-59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6000" b="1" spc="-190" dirty="0">
                <a:solidFill>
                  <a:srgbClr val="FFFFFF"/>
                </a:solidFill>
                <a:latin typeface="微软雅黑"/>
                <a:cs typeface="微软雅黑"/>
              </a:rPr>
              <a:t>I</a:t>
            </a:r>
            <a:r>
              <a:rPr sz="6000" b="1" spc="-60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6000" b="1" spc="-495" dirty="0">
                <a:solidFill>
                  <a:srgbClr val="FFFFFF"/>
                </a:solidFill>
                <a:latin typeface="微软雅黑"/>
                <a:cs typeface="微软雅黑"/>
              </a:rPr>
              <a:t>C</a:t>
            </a:r>
            <a:endParaRPr sz="6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33565" y="2626867"/>
            <a:ext cx="34766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780" dirty="0">
                <a:latin typeface="微软雅黑"/>
                <a:cs typeface="微软雅黑"/>
              </a:rPr>
              <a:t>因为专业</a:t>
            </a:r>
            <a:endParaRPr sz="60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59423" y="4157471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39" h="53339">
                <a:moveTo>
                  <a:pt x="26670" y="0"/>
                </a:moveTo>
                <a:lnTo>
                  <a:pt x="16287" y="2095"/>
                </a:lnTo>
                <a:lnTo>
                  <a:pt x="7810" y="7810"/>
                </a:lnTo>
                <a:lnTo>
                  <a:pt x="2095" y="16287"/>
                </a:lnTo>
                <a:lnTo>
                  <a:pt x="0" y="26669"/>
                </a:lnTo>
                <a:lnTo>
                  <a:pt x="2095" y="37052"/>
                </a:lnTo>
                <a:lnTo>
                  <a:pt x="7810" y="45529"/>
                </a:lnTo>
                <a:lnTo>
                  <a:pt x="16287" y="51244"/>
                </a:lnTo>
                <a:lnTo>
                  <a:pt x="26670" y="53339"/>
                </a:lnTo>
                <a:lnTo>
                  <a:pt x="37052" y="51244"/>
                </a:lnTo>
                <a:lnTo>
                  <a:pt x="45529" y="45529"/>
                </a:lnTo>
                <a:lnTo>
                  <a:pt x="51244" y="37052"/>
                </a:lnTo>
                <a:lnTo>
                  <a:pt x="53339" y="26669"/>
                </a:lnTo>
                <a:lnTo>
                  <a:pt x="51244" y="16287"/>
                </a:lnTo>
                <a:lnTo>
                  <a:pt x="45529" y="7810"/>
                </a:lnTo>
                <a:lnTo>
                  <a:pt x="37052" y="2095"/>
                </a:lnTo>
                <a:lnTo>
                  <a:pt x="26670" y="0"/>
                </a:lnTo>
                <a:close/>
              </a:path>
            </a:pathLst>
          </a:custGeom>
          <a:solidFill>
            <a:srgbClr val="57B6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52971" y="4175759"/>
            <a:ext cx="2161540" cy="17145"/>
          </a:xfrm>
          <a:custGeom>
            <a:avLst/>
            <a:gdLst/>
            <a:ahLst/>
            <a:cxnLst/>
            <a:rect l="l" t="t" r="r" b="b"/>
            <a:pathLst>
              <a:path w="2161540" h="17145">
                <a:moveTo>
                  <a:pt x="2157222" y="0"/>
                </a:moveTo>
                <a:lnTo>
                  <a:pt x="3810" y="0"/>
                </a:lnTo>
                <a:lnTo>
                  <a:pt x="0" y="3809"/>
                </a:lnTo>
                <a:lnTo>
                  <a:pt x="0" y="8381"/>
                </a:lnTo>
                <a:lnTo>
                  <a:pt x="0" y="12953"/>
                </a:lnTo>
                <a:lnTo>
                  <a:pt x="3810" y="16763"/>
                </a:lnTo>
                <a:lnTo>
                  <a:pt x="2157222" y="16763"/>
                </a:lnTo>
                <a:lnTo>
                  <a:pt x="2161031" y="12953"/>
                </a:lnTo>
                <a:lnTo>
                  <a:pt x="2161031" y="3809"/>
                </a:lnTo>
                <a:lnTo>
                  <a:pt x="2157222" y="0"/>
                </a:lnTo>
                <a:close/>
              </a:path>
            </a:pathLst>
          </a:custGeom>
          <a:solidFill>
            <a:srgbClr val="57B6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59708" y="4175759"/>
            <a:ext cx="2159635" cy="17145"/>
          </a:xfrm>
          <a:custGeom>
            <a:avLst/>
            <a:gdLst/>
            <a:ahLst/>
            <a:cxnLst/>
            <a:rect l="l" t="t" r="r" b="b"/>
            <a:pathLst>
              <a:path w="2159635" h="17145">
                <a:moveTo>
                  <a:pt x="2155697" y="0"/>
                </a:moveTo>
                <a:lnTo>
                  <a:pt x="3809" y="0"/>
                </a:lnTo>
                <a:lnTo>
                  <a:pt x="0" y="3809"/>
                </a:lnTo>
                <a:lnTo>
                  <a:pt x="0" y="12953"/>
                </a:lnTo>
                <a:lnTo>
                  <a:pt x="3809" y="16763"/>
                </a:lnTo>
                <a:lnTo>
                  <a:pt x="2155697" y="16763"/>
                </a:lnTo>
                <a:lnTo>
                  <a:pt x="2159507" y="12953"/>
                </a:lnTo>
                <a:lnTo>
                  <a:pt x="2159507" y="8381"/>
                </a:lnTo>
                <a:lnTo>
                  <a:pt x="2159507" y="3809"/>
                </a:lnTo>
                <a:lnTo>
                  <a:pt x="2155697" y="0"/>
                </a:lnTo>
                <a:close/>
              </a:path>
            </a:pathLst>
          </a:custGeom>
          <a:solidFill>
            <a:srgbClr val="57B6E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4226052" y="1482852"/>
            <a:ext cx="3741420" cy="502920"/>
            <a:chOff x="4226052" y="1482852"/>
            <a:chExt cx="3741420" cy="502920"/>
          </a:xfrm>
        </p:grpSpPr>
        <p:sp>
          <p:nvSpPr>
            <p:cNvPr id="9" name="object 9"/>
            <p:cNvSpPr/>
            <p:nvPr/>
          </p:nvSpPr>
          <p:spPr>
            <a:xfrm>
              <a:off x="4226052" y="1482852"/>
              <a:ext cx="3741420" cy="502920"/>
            </a:xfrm>
            <a:custGeom>
              <a:avLst/>
              <a:gdLst/>
              <a:ahLst/>
              <a:cxnLst/>
              <a:rect l="l" t="t" r="r" b="b"/>
              <a:pathLst>
                <a:path w="3741420" h="502919">
                  <a:moveTo>
                    <a:pt x="3489959" y="0"/>
                  </a:moveTo>
                  <a:lnTo>
                    <a:pt x="251460" y="0"/>
                  </a:ln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60" y="502920"/>
                  </a:lnTo>
                  <a:lnTo>
                    <a:pt x="3489959" y="502920"/>
                  </a:lnTo>
                  <a:lnTo>
                    <a:pt x="3535176" y="498870"/>
                  </a:lnTo>
                  <a:lnTo>
                    <a:pt x="3577726" y="487194"/>
                  </a:lnTo>
                  <a:lnTo>
                    <a:pt x="3616903" y="468601"/>
                  </a:lnTo>
                  <a:lnTo>
                    <a:pt x="3651997" y="443799"/>
                  </a:lnTo>
                  <a:lnTo>
                    <a:pt x="3682299" y="413497"/>
                  </a:lnTo>
                  <a:lnTo>
                    <a:pt x="3707101" y="378403"/>
                  </a:lnTo>
                  <a:lnTo>
                    <a:pt x="3725694" y="339226"/>
                  </a:lnTo>
                  <a:lnTo>
                    <a:pt x="3737370" y="296676"/>
                  </a:lnTo>
                  <a:lnTo>
                    <a:pt x="3741420" y="251460"/>
                  </a:lnTo>
                  <a:lnTo>
                    <a:pt x="3737370" y="206243"/>
                  </a:lnTo>
                  <a:lnTo>
                    <a:pt x="3725694" y="163693"/>
                  </a:lnTo>
                  <a:lnTo>
                    <a:pt x="3707101" y="124516"/>
                  </a:lnTo>
                  <a:lnTo>
                    <a:pt x="3682299" y="89422"/>
                  </a:lnTo>
                  <a:lnTo>
                    <a:pt x="3651997" y="59120"/>
                  </a:lnTo>
                  <a:lnTo>
                    <a:pt x="3616903" y="34318"/>
                  </a:lnTo>
                  <a:lnTo>
                    <a:pt x="3577726" y="15725"/>
                  </a:lnTo>
                  <a:lnTo>
                    <a:pt x="3535176" y="4049"/>
                  </a:lnTo>
                  <a:lnTo>
                    <a:pt x="3489959" y="0"/>
                  </a:lnTo>
                  <a:close/>
                </a:path>
              </a:pathLst>
            </a:custGeom>
            <a:solidFill>
              <a:srgbClr val="57B6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13706" y="1566926"/>
              <a:ext cx="758189" cy="3139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0258" y="1566926"/>
              <a:ext cx="201167" cy="3139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20842" y="1566926"/>
              <a:ext cx="304038" cy="3139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3534" y="1566926"/>
              <a:ext cx="201167" cy="3139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24118" y="1566926"/>
              <a:ext cx="1285620" cy="313944"/>
            </a:xfrm>
            <a:prstGeom prst="rect">
              <a:avLst/>
            </a:prstGeom>
          </p:spPr>
        </p:pic>
      </p:grpSp>
      <p:pic>
        <p:nvPicPr>
          <p:cNvPr id="18" name="图片 17" descr="1c029612bb76b4d0e4178a706e0ea0f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225" y="4367530"/>
            <a:ext cx="3005455" cy="23387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</Words>
  <Application>WPS 表格</Application>
  <PresentationFormat>On-screen Show (4:3)</PresentationFormat>
  <Paragraphs>125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74" baseType="lpstr">
      <vt:lpstr>Arial</vt:lpstr>
      <vt:lpstr>宋体</vt:lpstr>
      <vt:lpstr>Wingdings</vt:lpstr>
      <vt:lpstr>Impact</vt:lpstr>
      <vt:lpstr>微软雅黑</vt:lpstr>
      <vt:lpstr>汉仪旗黑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Arial Unicode MS</vt:lpstr>
      <vt:lpstr>Microsoft Sans Serif</vt:lpstr>
      <vt:lpstr>Arial MT</vt:lpstr>
      <vt:lpstr>Times New Roman</vt:lpstr>
      <vt:lpstr>Arial MT</vt:lpstr>
      <vt:lpstr>Impact</vt:lpstr>
      <vt:lpstr>Microsoft Sans Serif</vt:lpstr>
      <vt:lpstr>Times New Roman</vt:lpstr>
      <vt:lpstr>Wingdings</vt:lpstr>
      <vt:lpstr>微软雅黑</vt:lpstr>
      <vt:lpstr>Office Theme</vt:lpstr>
      <vt:lpstr>中国制造网搜索机制</vt:lpstr>
      <vt:lpstr>搜索是供应商最关注的问题之一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Question：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Question：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公司主营产品关键词</vt:lpstr>
      <vt:lpstr>PowerPoint 演示文稿</vt:lpstr>
      <vt:lpstr>因为专业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中国制造网搜索机制</dc:title>
  <dc:creator>耿　坤</dc:creator>
  <cp:lastModifiedBy>肖鹅</cp:lastModifiedBy>
  <cp:revision>1</cp:revision>
  <dcterms:created xsi:type="dcterms:W3CDTF">2026-04-23T13:30:57Z</dcterms:created>
  <dcterms:modified xsi:type="dcterms:W3CDTF">2026-04-23T13:30:57Z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2025-01-21T08:00:00Z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2025-12-26T08:00:00Z</vt:filetime>
  </property>
  <property fmtid="{D5CDD505-2E9C-101B-9397-08002B2CF9AE}" pid="5" name="Producer">
    <vt:lpwstr>Microsoft® PowerPoint® 2013</vt:lpwstr>
  </property>
  <property fmtid="{D5CDD505-2E9C-101B-9397-08002B2CF9AE}" pid="6" name="ICV">
    <vt:lpwstr>321E486EC192460B101FEA69983BB664_42</vt:lpwstr>
  </property>
  <property fmtid="{D5CDD505-2E9C-101B-9397-08002B2CF9AE}" pid="7" name="KSOProductBuildVer">
    <vt:lpwstr>2052-12.1.23540.23540</vt:lpwstr>
  </property>
</Properties>
</file>